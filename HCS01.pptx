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2" r:id="rId3"/>
    <p:sldId id="265" r:id="rId4"/>
    <p:sldId id="260" r:id="rId5"/>
    <p:sldId id="261" r:id="rId6"/>
    <p:sldId id="263" r:id="rId7"/>
    <p:sldId id="257" r:id="rId8"/>
    <p:sldId id="258" r:id="rId9"/>
    <p:sldId id="259" r:id="rId10"/>
    <p:sldId id="264"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3A4945-9A76-43BD-BD5D-179195277D25}" v="48" dt="2025-12-04T03:31:55.2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afford Ho / OEP-SM" userId="206c095a-39b3-4ae9-b03a-6fb00696af92" providerId="ADAL" clId="{D985DC76-DE1E-414F-823A-BB1969D47374}"/>
    <pc:docChg chg="undo redo custSel addSld delSld modSld sldOrd">
      <pc:chgData name="Stafford Ho / OEP-SM" userId="206c095a-39b3-4ae9-b03a-6fb00696af92" providerId="ADAL" clId="{D985DC76-DE1E-414F-823A-BB1969D47374}" dt="2025-12-04T06:14:39.594" v="1571" actId="20577"/>
      <pc:docMkLst>
        <pc:docMk/>
      </pc:docMkLst>
      <pc:sldChg chg="modSp mod">
        <pc:chgData name="Stafford Ho / OEP-SM" userId="206c095a-39b3-4ae9-b03a-6fb00696af92" providerId="ADAL" clId="{D985DC76-DE1E-414F-823A-BB1969D47374}" dt="2025-12-01T02:25:34.804" v="917" actId="20577"/>
        <pc:sldMkLst>
          <pc:docMk/>
          <pc:sldMk cId="1948689829" sldId="256"/>
        </pc:sldMkLst>
        <pc:spChg chg="mod">
          <ac:chgData name="Stafford Ho / OEP-SM" userId="206c095a-39b3-4ae9-b03a-6fb00696af92" providerId="ADAL" clId="{D985DC76-DE1E-414F-823A-BB1969D47374}" dt="2025-12-01T02:25:34.804" v="917" actId="20577"/>
          <ac:spMkLst>
            <pc:docMk/>
            <pc:sldMk cId="1948689829" sldId="256"/>
            <ac:spMk id="2" creationId="{E3A5A2E1-5D71-1E6D-20F4-92C4BA5F5D71}"/>
          </ac:spMkLst>
        </pc:spChg>
        <pc:spChg chg="mod">
          <ac:chgData name="Stafford Ho / OEP-SM" userId="206c095a-39b3-4ae9-b03a-6fb00696af92" providerId="ADAL" clId="{D985DC76-DE1E-414F-823A-BB1969D47374}" dt="2025-12-01T01:25:57.415" v="254" actId="20577"/>
          <ac:spMkLst>
            <pc:docMk/>
            <pc:sldMk cId="1948689829" sldId="256"/>
            <ac:spMk id="3" creationId="{6108169D-78BE-1A2A-E9EB-4004707B5FD3}"/>
          </ac:spMkLst>
        </pc:spChg>
      </pc:sldChg>
      <pc:sldChg chg="addSp delSp modSp mod">
        <pc:chgData name="Stafford Ho / OEP-SM" userId="206c095a-39b3-4ae9-b03a-6fb00696af92" providerId="ADAL" clId="{D985DC76-DE1E-414F-823A-BB1969D47374}" dt="2025-12-01T02:29:47.259" v="922" actId="167"/>
        <pc:sldMkLst>
          <pc:docMk/>
          <pc:sldMk cId="4060858293" sldId="257"/>
        </pc:sldMkLst>
        <pc:spChg chg="mod">
          <ac:chgData name="Stafford Ho / OEP-SM" userId="206c095a-39b3-4ae9-b03a-6fb00696af92" providerId="ADAL" clId="{D985DC76-DE1E-414F-823A-BB1969D47374}" dt="2025-12-01T01:20:56.507" v="55" actId="1076"/>
          <ac:spMkLst>
            <pc:docMk/>
            <pc:sldMk cId="4060858293" sldId="257"/>
            <ac:spMk id="7" creationId="{3CB186D7-4B77-592E-EA25-E76C97033C48}"/>
          </ac:spMkLst>
        </pc:spChg>
        <pc:spChg chg="add mod">
          <ac:chgData name="Stafford Ho / OEP-SM" userId="206c095a-39b3-4ae9-b03a-6fb00696af92" providerId="ADAL" clId="{D985DC76-DE1E-414F-823A-BB1969D47374}" dt="2025-12-01T01:28:23.092" v="380" actId="1035"/>
          <ac:spMkLst>
            <pc:docMk/>
            <pc:sldMk cId="4060858293" sldId="257"/>
            <ac:spMk id="37" creationId="{6BEF045E-FDBB-D98D-BE39-18B83FDB9A35}"/>
          </ac:spMkLst>
        </pc:spChg>
        <pc:spChg chg="add mod">
          <ac:chgData name="Stafford Ho / OEP-SM" userId="206c095a-39b3-4ae9-b03a-6fb00696af92" providerId="ADAL" clId="{D985DC76-DE1E-414F-823A-BB1969D47374}" dt="2025-12-01T01:22:17.166" v="106" actId="1037"/>
          <ac:spMkLst>
            <pc:docMk/>
            <pc:sldMk cId="4060858293" sldId="257"/>
            <ac:spMk id="38" creationId="{0BF5C61E-529F-3089-E606-4209C2C1693B}"/>
          </ac:spMkLst>
        </pc:spChg>
        <pc:spChg chg="add mod">
          <ac:chgData name="Stafford Ho / OEP-SM" userId="206c095a-39b3-4ae9-b03a-6fb00696af92" providerId="ADAL" clId="{D985DC76-DE1E-414F-823A-BB1969D47374}" dt="2025-12-01T01:24:18.202" v="199" actId="14100"/>
          <ac:spMkLst>
            <pc:docMk/>
            <pc:sldMk cId="4060858293" sldId="257"/>
            <ac:spMk id="39" creationId="{7D97FC57-FFDD-D968-F4C9-72F3F39DDCCF}"/>
          </ac:spMkLst>
        </pc:spChg>
        <pc:spChg chg="add mod">
          <ac:chgData name="Stafford Ho / OEP-SM" userId="206c095a-39b3-4ae9-b03a-6fb00696af92" providerId="ADAL" clId="{D985DC76-DE1E-414F-823A-BB1969D47374}" dt="2025-12-01T01:23:48.557" v="143" actId="1076"/>
          <ac:spMkLst>
            <pc:docMk/>
            <pc:sldMk cId="4060858293" sldId="257"/>
            <ac:spMk id="45" creationId="{C1A41C95-E827-1E70-39CA-7C0381A40C57}"/>
          </ac:spMkLst>
        </pc:spChg>
        <pc:spChg chg="add mod">
          <ac:chgData name="Stafford Ho / OEP-SM" userId="206c095a-39b3-4ae9-b03a-6fb00696af92" providerId="ADAL" clId="{D985DC76-DE1E-414F-823A-BB1969D47374}" dt="2025-12-01T01:23:53.559" v="145" actId="1076"/>
          <ac:spMkLst>
            <pc:docMk/>
            <pc:sldMk cId="4060858293" sldId="257"/>
            <ac:spMk id="46" creationId="{0422BD31-EAD0-B005-D9F0-A4A5A8DBC7FD}"/>
          </ac:spMkLst>
        </pc:spChg>
        <pc:spChg chg="add mod">
          <ac:chgData name="Stafford Ho / OEP-SM" userId="206c095a-39b3-4ae9-b03a-6fb00696af92" providerId="ADAL" clId="{D985DC76-DE1E-414F-823A-BB1969D47374}" dt="2025-12-01T01:27:29.584" v="356" actId="20577"/>
          <ac:spMkLst>
            <pc:docMk/>
            <pc:sldMk cId="4060858293" sldId="257"/>
            <ac:spMk id="57" creationId="{22FCBD41-7CEF-A5FC-0895-AC7173E83435}"/>
          </ac:spMkLst>
        </pc:spChg>
        <pc:picChg chg="add mod ord">
          <ac:chgData name="Stafford Ho / OEP-SM" userId="206c095a-39b3-4ae9-b03a-6fb00696af92" providerId="ADAL" clId="{D985DC76-DE1E-414F-823A-BB1969D47374}" dt="2025-12-01T02:29:47.259" v="922" actId="167"/>
          <ac:picMkLst>
            <pc:docMk/>
            <pc:sldMk cId="4060858293" sldId="257"/>
            <ac:picMk id="59" creationId="{9B1BEBB3-C8E8-6C65-E90D-C922E82CD772}"/>
          </ac:picMkLst>
        </pc:picChg>
        <pc:cxnChg chg="add mod">
          <ac:chgData name="Stafford Ho / OEP-SM" userId="206c095a-39b3-4ae9-b03a-6fb00696af92" providerId="ADAL" clId="{D985DC76-DE1E-414F-823A-BB1969D47374}" dt="2025-12-01T01:23:37.334" v="141" actId="14100"/>
          <ac:cxnSpMkLst>
            <pc:docMk/>
            <pc:sldMk cId="4060858293" sldId="257"/>
            <ac:cxnSpMk id="40" creationId="{506E182F-A2CD-1031-CF5E-64FB304EAA86}"/>
          </ac:cxnSpMkLst>
        </pc:cxnChg>
        <pc:cxnChg chg="add mod">
          <ac:chgData name="Stafford Ho / OEP-SM" userId="206c095a-39b3-4ae9-b03a-6fb00696af92" providerId="ADAL" clId="{D985DC76-DE1E-414F-823A-BB1969D47374}" dt="2025-12-01T01:25:16.744" v="207" actId="14100"/>
          <ac:cxnSpMkLst>
            <pc:docMk/>
            <pc:sldMk cId="4060858293" sldId="257"/>
            <ac:cxnSpMk id="49" creationId="{57710A9E-9BCB-54D7-0073-9E7C3B222ED3}"/>
          </ac:cxnSpMkLst>
        </pc:cxnChg>
        <pc:cxnChg chg="add mod">
          <ac:chgData name="Stafford Ho / OEP-SM" userId="206c095a-39b3-4ae9-b03a-6fb00696af92" providerId="ADAL" clId="{D985DC76-DE1E-414F-823A-BB1969D47374}" dt="2025-12-01T01:25:37.028" v="212" actId="14100"/>
          <ac:cxnSpMkLst>
            <pc:docMk/>
            <pc:sldMk cId="4060858293" sldId="257"/>
            <ac:cxnSpMk id="52" creationId="{AD1E8081-D877-151D-22F2-54FF75E95E00}"/>
          </ac:cxnSpMkLst>
        </pc:cxnChg>
      </pc:sldChg>
      <pc:sldChg chg="addSp delSp modSp add mod">
        <pc:chgData name="Stafford Ho / OEP-SM" userId="206c095a-39b3-4ae9-b03a-6fb00696af92" providerId="ADAL" clId="{D985DC76-DE1E-414F-823A-BB1969D47374}" dt="2025-12-01T02:31:45.868" v="954" actId="1076"/>
        <pc:sldMkLst>
          <pc:docMk/>
          <pc:sldMk cId="1396104940" sldId="258"/>
        </pc:sldMkLst>
        <pc:spChg chg="mod">
          <ac:chgData name="Stafford Ho / OEP-SM" userId="206c095a-39b3-4ae9-b03a-6fb00696af92" providerId="ADAL" clId="{D985DC76-DE1E-414F-823A-BB1969D47374}" dt="2025-12-01T02:31:45.868" v="954" actId="1076"/>
          <ac:spMkLst>
            <pc:docMk/>
            <pc:sldMk cId="1396104940" sldId="258"/>
            <ac:spMk id="8" creationId="{6E0A54FB-28DC-5AFA-DAE0-51AAFF2B0B5D}"/>
          </ac:spMkLst>
        </pc:spChg>
        <pc:spChg chg="mod">
          <ac:chgData name="Stafford Ho / OEP-SM" userId="206c095a-39b3-4ae9-b03a-6fb00696af92" providerId="ADAL" clId="{D985DC76-DE1E-414F-823A-BB1969D47374}" dt="2025-12-01T02:31:15.323" v="942" actId="1035"/>
          <ac:spMkLst>
            <pc:docMk/>
            <pc:sldMk cId="1396104940" sldId="258"/>
            <ac:spMk id="9" creationId="{A7B86B77-47B4-C9AC-9ECF-53E30FCDC137}"/>
          </ac:spMkLst>
        </pc:spChg>
        <pc:spChg chg="mod">
          <ac:chgData name="Stafford Ho / OEP-SM" userId="206c095a-39b3-4ae9-b03a-6fb00696af92" providerId="ADAL" clId="{D985DC76-DE1E-414F-823A-BB1969D47374}" dt="2025-12-01T02:31:02.162" v="933" actId="14100"/>
          <ac:spMkLst>
            <pc:docMk/>
            <pc:sldMk cId="1396104940" sldId="258"/>
            <ac:spMk id="12" creationId="{6E59F4B8-ADE2-BE2C-C314-4FD186657416}"/>
          </ac:spMkLst>
        </pc:spChg>
        <pc:spChg chg="add mod">
          <ac:chgData name="Stafford Ho / OEP-SM" userId="206c095a-39b3-4ae9-b03a-6fb00696af92" providerId="ADAL" clId="{D985DC76-DE1E-414F-823A-BB1969D47374}" dt="2025-12-01T02:31:26.962" v="949" actId="1037"/>
          <ac:spMkLst>
            <pc:docMk/>
            <pc:sldMk cId="1396104940" sldId="258"/>
            <ac:spMk id="25" creationId="{86A63CFE-96DC-5374-1E55-10BDCDAB372E}"/>
          </ac:spMkLst>
        </pc:spChg>
        <pc:picChg chg="add mod ord">
          <ac:chgData name="Stafford Ho / OEP-SM" userId="206c095a-39b3-4ae9-b03a-6fb00696af92" providerId="ADAL" clId="{D985DC76-DE1E-414F-823A-BB1969D47374}" dt="2025-12-01T02:30:41.454" v="928" actId="167"/>
          <ac:picMkLst>
            <pc:docMk/>
            <pc:sldMk cId="1396104940" sldId="258"/>
            <ac:picMk id="24" creationId="{0DD50497-3A8A-AA4D-14B2-061119F011B6}"/>
          </ac:picMkLst>
        </pc:picChg>
        <pc:cxnChg chg="mod">
          <ac:chgData name="Stafford Ho / OEP-SM" userId="206c095a-39b3-4ae9-b03a-6fb00696af92" providerId="ADAL" clId="{D985DC76-DE1E-414F-823A-BB1969D47374}" dt="2025-12-01T02:31:37.547" v="952" actId="14100"/>
          <ac:cxnSpMkLst>
            <pc:docMk/>
            <pc:sldMk cId="1396104940" sldId="258"/>
            <ac:cxnSpMk id="16" creationId="{D2597644-EEAC-8E87-94F9-5026B7159533}"/>
          </ac:cxnSpMkLst>
        </pc:cxnChg>
        <pc:cxnChg chg="mod">
          <ac:chgData name="Stafford Ho / OEP-SM" userId="206c095a-39b3-4ae9-b03a-6fb00696af92" providerId="ADAL" clId="{D985DC76-DE1E-414F-823A-BB1969D47374}" dt="2025-12-01T02:31:34.751" v="951" actId="14100"/>
          <ac:cxnSpMkLst>
            <pc:docMk/>
            <pc:sldMk cId="1396104940" sldId="258"/>
            <ac:cxnSpMk id="22" creationId="{11998C30-7A53-8015-FA90-830A0C28146C}"/>
          </ac:cxnSpMkLst>
        </pc:cxnChg>
        <pc:cxnChg chg="mod">
          <ac:chgData name="Stafford Ho / OEP-SM" userId="206c095a-39b3-4ae9-b03a-6fb00696af92" providerId="ADAL" clId="{D985DC76-DE1E-414F-823A-BB1969D47374}" dt="2025-12-01T02:31:40.851" v="953" actId="14100"/>
          <ac:cxnSpMkLst>
            <pc:docMk/>
            <pc:sldMk cId="1396104940" sldId="258"/>
            <ac:cxnSpMk id="26" creationId="{B270405A-28E7-04B4-71A7-9B2D0186BFD0}"/>
          </ac:cxnSpMkLst>
        </pc:cxnChg>
      </pc:sldChg>
      <pc:sldChg chg="addSp modSp new mod">
        <pc:chgData name="Stafford Ho / OEP-SM" userId="206c095a-39b3-4ae9-b03a-6fb00696af92" providerId="ADAL" clId="{D985DC76-DE1E-414F-823A-BB1969D47374}" dt="2025-12-01T03:46:34.679" v="1175" actId="14100"/>
        <pc:sldMkLst>
          <pc:docMk/>
          <pc:sldMk cId="2105688190" sldId="259"/>
        </pc:sldMkLst>
        <pc:spChg chg="add mod">
          <ac:chgData name="Stafford Ho / OEP-SM" userId="206c095a-39b3-4ae9-b03a-6fb00696af92" providerId="ADAL" clId="{D985DC76-DE1E-414F-823A-BB1969D47374}" dt="2025-12-01T02:33:40.321" v="959" actId="14100"/>
          <ac:spMkLst>
            <pc:docMk/>
            <pc:sldMk cId="2105688190" sldId="259"/>
            <ac:spMk id="6" creationId="{8DE28845-ADB8-55DC-BE73-3E5B03356FA8}"/>
          </ac:spMkLst>
        </pc:spChg>
        <pc:spChg chg="add mod">
          <ac:chgData name="Stafford Ho / OEP-SM" userId="206c095a-39b3-4ae9-b03a-6fb00696af92" providerId="ADAL" clId="{D985DC76-DE1E-414F-823A-BB1969D47374}" dt="2025-12-01T02:35:53.768" v="1060" actId="1076"/>
          <ac:spMkLst>
            <pc:docMk/>
            <pc:sldMk cId="2105688190" sldId="259"/>
            <ac:spMk id="7" creationId="{1F0C9D96-E45F-22EE-E82D-0BBD2BB5F7A7}"/>
          </ac:spMkLst>
        </pc:spChg>
        <pc:spChg chg="add mod">
          <ac:chgData name="Stafford Ho / OEP-SM" userId="206c095a-39b3-4ae9-b03a-6fb00696af92" providerId="ADAL" clId="{D985DC76-DE1E-414F-823A-BB1969D47374}" dt="2025-12-01T02:34:39.124" v="982" actId="1076"/>
          <ac:spMkLst>
            <pc:docMk/>
            <pc:sldMk cId="2105688190" sldId="259"/>
            <ac:spMk id="8" creationId="{12564379-5F87-5C5D-C9D6-E8AED4D8B73F}"/>
          </ac:spMkLst>
        </pc:spChg>
        <pc:spChg chg="add mod">
          <ac:chgData name="Stafford Ho / OEP-SM" userId="206c095a-39b3-4ae9-b03a-6fb00696af92" providerId="ADAL" clId="{D985DC76-DE1E-414F-823A-BB1969D47374}" dt="2025-12-01T03:46:34.679" v="1175" actId="14100"/>
          <ac:spMkLst>
            <pc:docMk/>
            <pc:sldMk cId="2105688190" sldId="259"/>
            <ac:spMk id="9" creationId="{41D561DF-808B-ABFF-080D-D265665C1C10}"/>
          </ac:spMkLst>
        </pc:spChg>
        <pc:spChg chg="add mod">
          <ac:chgData name="Stafford Ho / OEP-SM" userId="206c095a-39b3-4ae9-b03a-6fb00696af92" providerId="ADAL" clId="{D985DC76-DE1E-414F-823A-BB1969D47374}" dt="2025-12-01T02:35:35.615" v="1051" actId="1036"/>
          <ac:spMkLst>
            <pc:docMk/>
            <pc:sldMk cId="2105688190" sldId="259"/>
            <ac:spMk id="10" creationId="{17ED9360-581F-8187-A253-C44919A7C355}"/>
          </ac:spMkLst>
        </pc:spChg>
        <pc:spChg chg="add mod">
          <ac:chgData name="Stafford Ho / OEP-SM" userId="206c095a-39b3-4ae9-b03a-6fb00696af92" providerId="ADAL" clId="{D985DC76-DE1E-414F-823A-BB1969D47374}" dt="2025-12-01T02:35:46.616" v="1055" actId="14100"/>
          <ac:spMkLst>
            <pc:docMk/>
            <pc:sldMk cId="2105688190" sldId="259"/>
            <ac:spMk id="11" creationId="{83620AA3-FC18-98B7-6D86-97E8B836DF03}"/>
          </ac:spMkLst>
        </pc:spChg>
        <pc:picChg chg="add mod">
          <ac:chgData name="Stafford Ho / OEP-SM" userId="206c095a-39b3-4ae9-b03a-6fb00696af92" providerId="ADAL" clId="{D985DC76-DE1E-414F-823A-BB1969D47374}" dt="2025-12-01T02:35:19.131" v="1040" actId="1076"/>
          <ac:picMkLst>
            <pc:docMk/>
            <pc:sldMk cId="2105688190" sldId="259"/>
            <ac:picMk id="5" creationId="{118DE137-6711-B24B-743B-513DDD3EC6FB}"/>
          </ac:picMkLst>
        </pc:picChg>
      </pc:sldChg>
      <pc:sldChg chg="addSp modSp new mod">
        <pc:chgData name="Stafford Ho / OEP-SM" userId="206c095a-39b3-4ae9-b03a-6fb00696af92" providerId="ADAL" clId="{D985DC76-DE1E-414F-823A-BB1969D47374}" dt="2025-12-01T02:12:00.729" v="519" actId="5793"/>
        <pc:sldMkLst>
          <pc:docMk/>
          <pc:sldMk cId="4138438118" sldId="260"/>
        </pc:sldMkLst>
        <pc:spChg chg="add mod">
          <ac:chgData name="Stafford Ho / OEP-SM" userId="206c095a-39b3-4ae9-b03a-6fb00696af92" providerId="ADAL" clId="{D985DC76-DE1E-414F-823A-BB1969D47374}" dt="2025-12-01T02:08:42.790" v="425" actId="14100"/>
          <ac:spMkLst>
            <pc:docMk/>
            <pc:sldMk cId="4138438118" sldId="260"/>
            <ac:spMk id="6" creationId="{A9C84DA4-F60D-A9B0-25C2-F7C71E6320CF}"/>
          </ac:spMkLst>
        </pc:spChg>
        <pc:spChg chg="add mod">
          <ac:chgData name="Stafford Ho / OEP-SM" userId="206c095a-39b3-4ae9-b03a-6fb00696af92" providerId="ADAL" clId="{D985DC76-DE1E-414F-823A-BB1969D47374}" dt="2025-12-01T02:12:00.729" v="519" actId="5793"/>
          <ac:spMkLst>
            <pc:docMk/>
            <pc:sldMk cId="4138438118" sldId="260"/>
            <ac:spMk id="7" creationId="{570276D5-F8C5-9D93-FC53-DDD2077749CE}"/>
          </ac:spMkLst>
        </pc:spChg>
        <pc:picChg chg="add mod">
          <ac:chgData name="Stafford Ho / OEP-SM" userId="206c095a-39b3-4ae9-b03a-6fb00696af92" providerId="ADAL" clId="{D985DC76-DE1E-414F-823A-BB1969D47374}" dt="2025-12-01T02:08:26.785" v="422" actId="1076"/>
          <ac:picMkLst>
            <pc:docMk/>
            <pc:sldMk cId="4138438118" sldId="260"/>
            <ac:picMk id="5" creationId="{CC3BFE3C-0927-CDBF-D224-C21917820D41}"/>
          </ac:picMkLst>
        </pc:picChg>
      </pc:sldChg>
      <pc:sldChg chg="addSp delSp modSp new mod">
        <pc:chgData name="Stafford Ho / OEP-SM" userId="206c095a-39b3-4ae9-b03a-6fb00696af92" providerId="ADAL" clId="{D985DC76-DE1E-414F-823A-BB1969D47374}" dt="2025-12-01T02:23:10.013" v="888" actId="1035"/>
        <pc:sldMkLst>
          <pc:docMk/>
          <pc:sldMk cId="2620999775" sldId="261"/>
        </pc:sldMkLst>
        <pc:spChg chg="add mod">
          <ac:chgData name="Stafford Ho / OEP-SM" userId="206c095a-39b3-4ae9-b03a-6fb00696af92" providerId="ADAL" clId="{D985DC76-DE1E-414F-823A-BB1969D47374}" dt="2025-12-01T02:11:51.316" v="517" actId="1038"/>
          <ac:spMkLst>
            <pc:docMk/>
            <pc:sldMk cId="2620999775" sldId="261"/>
            <ac:spMk id="7" creationId="{C772E58C-4AB6-3DE6-468D-96A2304C07AA}"/>
          </ac:spMkLst>
        </pc:spChg>
        <pc:spChg chg="add mod">
          <ac:chgData name="Stafford Ho / OEP-SM" userId="206c095a-39b3-4ae9-b03a-6fb00696af92" providerId="ADAL" clId="{D985DC76-DE1E-414F-823A-BB1969D47374}" dt="2025-12-01T02:21:03.818" v="835" actId="14100"/>
          <ac:spMkLst>
            <pc:docMk/>
            <pc:sldMk cId="2620999775" sldId="261"/>
            <ac:spMk id="8" creationId="{B2935597-B433-CA9F-E840-50E8B5DD923C}"/>
          </ac:spMkLst>
        </pc:spChg>
        <pc:spChg chg="add mod">
          <ac:chgData name="Stafford Ho / OEP-SM" userId="206c095a-39b3-4ae9-b03a-6fb00696af92" providerId="ADAL" clId="{D985DC76-DE1E-414F-823A-BB1969D47374}" dt="2025-12-01T02:22:09.094" v="857" actId="1037"/>
          <ac:spMkLst>
            <pc:docMk/>
            <pc:sldMk cId="2620999775" sldId="261"/>
            <ac:spMk id="13" creationId="{9C178A03-C664-FA97-8D07-F4F6B95A56EB}"/>
          </ac:spMkLst>
        </pc:spChg>
        <pc:spChg chg="add mod">
          <ac:chgData name="Stafford Ho / OEP-SM" userId="206c095a-39b3-4ae9-b03a-6fb00696af92" providerId="ADAL" clId="{D985DC76-DE1E-414F-823A-BB1969D47374}" dt="2025-12-01T02:23:10.013" v="888" actId="1035"/>
          <ac:spMkLst>
            <pc:docMk/>
            <pc:sldMk cId="2620999775" sldId="261"/>
            <ac:spMk id="14" creationId="{081D8234-CF6C-38C6-9818-4CD460824C71}"/>
          </ac:spMkLst>
        </pc:spChg>
        <pc:picChg chg="add mod">
          <ac:chgData name="Stafford Ho / OEP-SM" userId="206c095a-39b3-4ae9-b03a-6fb00696af92" providerId="ADAL" clId="{D985DC76-DE1E-414F-823A-BB1969D47374}" dt="2025-12-01T02:21:41.013" v="843" actId="1076"/>
          <ac:picMkLst>
            <pc:docMk/>
            <pc:sldMk cId="2620999775" sldId="261"/>
            <ac:picMk id="5" creationId="{71C89A72-A4C6-F557-EFF0-0B8F0DC24EC5}"/>
          </ac:picMkLst>
        </pc:picChg>
        <pc:cxnChg chg="add mod">
          <ac:chgData name="Stafford Ho / OEP-SM" userId="206c095a-39b3-4ae9-b03a-6fb00696af92" providerId="ADAL" clId="{D985DC76-DE1E-414F-823A-BB1969D47374}" dt="2025-12-01T02:21:49.442" v="845" actId="14100"/>
          <ac:cxnSpMkLst>
            <pc:docMk/>
            <pc:sldMk cId="2620999775" sldId="261"/>
            <ac:cxnSpMk id="9" creationId="{C380D100-5F42-D618-3203-996CEE57666B}"/>
          </ac:cxnSpMkLst>
        </pc:cxnChg>
      </pc:sldChg>
      <pc:sldChg chg="modSp new mod">
        <pc:chgData name="Stafford Ho / OEP-SM" userId="206c095a-39b3-4ae9-b03a-6fb00696af92" providerId="ADAL" clId="{D985DC76-DE1E-414F-823A-BB1969D47374}" dt="2025-12-01T02:16:58.077" v="822" actId="20577"/>
        <pc:sldMkLst>
          <pc:docMk/>
          <pc:sldMk cId="3352832227" sldId="262"/>
        </pc:sldMkLst>
        <pc:spChg chg="mod">
          <ac:chgData name="Stafford Ho / OEP-SM" userId="206c095a-39b3-4ae9-b03a-6fb00696af92" providerId="ADAL" clId="{D985DC76-DE1E-414F-823A-BB1969D47374}" dt="2025-12-01T02:15:52.783" v="560" actId="20577"/>
          <ac:spMkLst>
            <pc:docMk/>
            <pc:sldMk cId="3352832227" sldId="262"/>
            <ac:spMk id="2" creationId="{252DBC64-0DB8-FB49-D623-376BEC298CC6}"/>
          </ac:spMkLst>
        </pc:spChg>
        <pc:spChg chg="mod">
          <ac:chgData name="Stafford Ho / OEP-SM" userId="206c095a-39b3-4ae9-b03a-6fb00696af92" providerId="ADAL" clId="{D985DC76-DE1E-414F-823A-BB1969D47374}" dt="2025-12-01T02:16:58.077" v="822" actId="20577"/>
          <ac:spMkLst>
            <pc:docMk/>
            <pc:sldMk cId="3352832227" sldId="262"/>
            <ac:spMk id="3" creationId="{CD177FCD-45BA-954C-2E4E-D7F10450AA84}"/>
          </ac:spMkLst>
        </pc:spChg>
      </pc:sldChg>
      <pc:sldChg chg="addSp modSp new mod">
        <pc:chgData name="Stafford Ho / OEP-SM" userId="206c095a-39b3-4ae9-b03a-6fb00696af92" providerId="ADAL" clId="{D985DC76-DE1E-414F-823A-BB1969D47374}" dt="2025-12-01T02:23:33.538" v="898" actId="1076"/>
        <pc:sldMkLst>
          <pc:docMk/>
          <pc:sldMk cId="3622926533" sldId="263"/>
        </pc:sldMkLst>
        <pc:spChg chg="add mod">
          <ac:chgData name="Stafford Ho / OEP-SM" userId="206c095a-39b3-4ae9-b03a-6fb00696af92" providerId="ADAL" clId="{D985DC76-DE1E-414F-823A-BB1969D47374}" dt="2025-12-01T02:19:56.698" v="827" actId="1076"/>
          <ac:spMkLst>
            <pc:docMk/>
            <pc:sldMk cId="3622926533" sldId="263"/>
            <ac:spMk id="6" creationId="{87E75939-89EF-B5B7-0586-38F87CD21572}"/>
          </ac:spMkLst>
        </pc:spChg>
        <pc:spChg chg="add mod">
          <ac:chgData name="Stafford Ho / OEP-SM" userId="206c095a-39b3-4ae9-b03a-6fb00696af92" providerId="ADAL" clId="{D985DC76-DE1E-414F-823A-BB1969D47374}" dt="2025-12-01T02:23:33.538" v="898" actId="1076"/>
          <ac:spMkLst>
            <pc:docMk/>
            <pc:sldMk cId="3622926533" sldId="263"/>
            <ac:spMk id="7" creationId="{87D33882-8B68-2708-916F-01228B506915}"/>
          </ac:spMkLst>
        </pc:spChg>
        <pc:picChg chg="add mod">
          <ac:chgData name="Stafford Ho / OEP-SM" userId="206c095a-39b3-4ae9-b03a-6fb00696af92" providerId="ADAL" clId="{D985DC76-DE1E-414F-823A-BB1969D47374}" dt="2025-12-01T02:20:04.002" v="830" actId="1076"/>
          <ac:picMkLst>
            <pc:docMk/>
            <pc:sldMk cId="3622926533" sldId="263"/>
            <ac:picMk id="5" creationId="{ED756D90-64F3-7975-8333-2E312D042E9E}"/>
          </ac:picMkLst>
        </pc:picChg>
      </pc:sldChg>
      <pc:sldChg chg="addSp modSp new mod">
        <pc:chgData name="Stafford Ho / OEP-SM" userId="206c095a-39b3-4ae9-b03a-6fb00696af92" providerId="ADAL" clId="{D985DC76-DE1E-414F-823A-BB1969D47374}" dt="2025-12-01T03:48:30.254" v="1236" actId="1035"/>
        <pc:sldMkLst>
          <pc:docMk/>
          <pc:sldMk cId="3084066720" sldId="264"/>
        </pc:sldMkLst>
        <pc:spChg chg="add mod">
          <ac:chgData name="Stafford Ho / OEP-SM" userId="206c095a-39b3-4ae9-b03a-6fb00696af92" providerId="ADAL" clId="{D985DC76-DE1E-414F-823A-BB1969D47374}" dt="2025-12-01T03:48:30.254" v="1236" actId="1035"/>
          <ac:spMkLst>
            <pc:docMk/>
            <pc:sldMk cId="3084066720" sldId="264"/>
            <ac:spMk id="6" creationId="{327EC4CE-54F8-E8E8-A468-15B64430F34A}"/>
          </ac:spMkLst>
        </pc:spChg>
        <pc:spChg chg="add mod">
          <ac:chgData name="Stafford Ho / OEP-SM" userId="206c095a-39b3-4ae9-b03a-6fb00696af92" providerId="ADAL" clId="{D985DC76-DE1E-414F-823A-BB1969D47374}" dt="2025-12-01T03:48:18.491" v="1229" actId="1076"/>
          <ac:spMkLst>
            <pc:docMk/>
            <pc:sldMk cId="3084066720" sldId="264"/>
            <ac:spMk id="7" creationId="{98FB4E1D-DBFA-6183-0AF5-88DD87FDC16D}"/>
          </ac:spMkLst>
        </pc:spChg>
        <pc:picChg chg="add">
          <ac:chgData name="Stafford Ho / OEP-SM" userId="206c095a-39b3-4ae9-b03a-6fb00696af92" providerId="ADAL" clId="{D985DC76-DE1E-414F-823A-BB1969D47374}" dt="2025-12-01T03:46:19.176" v="1174" actId="22"/>
          <ac:picMkLst>
            <pc:docMk/>
            <pc:sldMk cId="3084066720" sldId="264"/>
            <ac:picMk id="5" creationId="{BED4FC90-A627-3CB3-DA8D-EFBBD8EA8FF6}"/>
          </ac:picMkLst>
        </pc:picChg>
      </pc:sldChg>
      <pc:sldChg chg="addSp modSp new mod">
        <pc:chgData name="Stafford Ho / OEP-SM" userId="206c095a-39b3-4ae9-b03a-6fb00696af92" providerId="ADAL" clId="{D985DC76-DE1E-414F-823A-BB1969D47374}" dt="2025-12-01T02:55:23.951" v="1173" actId="20577"/>
        <pc:sldMkLst>
          <pc:docMk/>
          <pc:sldMk cId="131930108" sldId="265"/>
        </pc:sldMkLst>
        <pc:spChg chg="mod">
          <ac:chgData name="Stafford Ho / OEP-SM" userId="206c095a-39b3-4ae9-b03a-6fb00696af92" providerId="ADAL" clId="{D985DC76-DE1E-414F-823A-BB1969D47374}" dt="2025-12-01T02:55:23.951" v="1173" actId="20577"/>
          <ac:spMkLst>
            <pc:docMk/>
            <pc:sldMk cId="131930108" sldId="265"/>
            <ac:spMk id="2" creationId="{5D1BB630-5678-B5B3-B75E-B1B696B3B9EF}"/>
          </ac:spMkLst>
        </pc:spChg>
        <pc:spChg chg="add mod">
          <ac:chgData name="Stafford Ho / OEP-SM" userId="206c095a-39b3-4ae9-b03a-6fb00696af92" providerId="ADAL" clId="{D985DC76-DE1E-414F-823A-BB1969D47374}" dt="2025-12-01T02:54:55.865" v="1128" actId="1076"/>
          <ac:spMkLst>
            <pc:docMk/>
            <pc:sldMk cId="131930108" sldId="265"/>
            <ac:spMk id="6" creationId="{471730B3-65C5-B15A-6953-41476FA39F65}"/>
          </ac:spMkLst>
        </pc:spChg>
        <pc:spChg chg="add mod">
          <ac:chgData name="Stafford Ho / OEP-SM" userId="206c095a-39b3-4ae9-b03a-6fb00696af92" providerId="ADAL" clId="{D985DC76-DE1E-414F-823A-BB1969D47374}" dt="2025-12-01T02:54:55.865" v="1128" actId="1076"/>
          <ac:spMkLst>
            <pc:docMk/>
            <pc:sldMk cId="131930108" sldId="265"/>
            <ac:spMk id="7" creationId="{85B63C42-84B8-3C0B-FE8C-9893B5495909}"/>
          </ac:spMkLst>
        </pc:spChg>
        <pc:picChg chg="add mod">
          <ac:chgData name="Stafford Ho / OEP-SM" userId="206c095a-39b3-4ae9-b03a-6fb00696af92" providerId="ADAL" clId="{D985DC76-DE1E-414F-823A-BB1969D47374}" dt="2025-12-01T02:54:48.999" v="1127" actId="14100"/>
          <ac:picMkLst>
            <pc:docMk/>
            <pc:sldMk cId="131930108" sldId="265"/>
            <ac:picMk id="5" creationId="{7FE4BF6E-178F-DCBA-CAEC-C652203FBE7E}"/>
          </ac:picMkLst>
        </pc:picChg>
      </pc:sldChg>
      <pc:sldChg chg="addSp modSp add mod ord">
        <pc:chgData name="Stafford Ho / OEP-SM" userId="206c095a-39b3-4ae9-b03a-6fb00696af92" providerId="ADAL" clId="{D985DC76-DE1E-414F-823A-BB1969D47374}" dt="2025-12-04T03:34:59.921" v="1460" actId="1035"/>
        <pc:sldMkLst>
          <pc:docMk/>
          <pc:sldMk cId="2107609697" sldId="266"/>
        </pc:sldMkLst>
        <pc:spChg chg="mod">
          <ac:chgData name="Stafford Ho / OEP-SM" userId="206c095a-39b3-4ae9-b03a-6fb00696af92" providerId="ADAL" clId="{D985DC76-DE1E-414F-823A-BB1969D47374}" dt="2025-12-04T03:32:53.566" v="1343" actId="208"/>
          <ac:spMkLst>
            <pc:docMk/>
            <pc:sldMk cId="2107609697" sldId="266"/>
            <ac:spMk id="5" creationId="{AB284B4A-E354-CF21-3AF6-B65C606A3839}"/>
          </ac:spMkLst>
        </pc:spChg>
        <pc:spChg chg="mod">
          <ac:chgData name="Stafford Ho / OEP-SM" userId="206c095a-39b3-4ae9-b03a-6fb00696af92" providerId="ADAL" clId="{D985DC76-DE1E-414F-823A-BB1969D47374}" dt="2025-12-04T03:32:57.837" v="1344" actId="208"/>
          <ac:spMkLst>
            <pc:docMk/>
            <pc:sldMk cId="2107609697" sldId="266"/>
            <ac:spMk id="6" creationId="{92A0FC26-E971-B303-AAB0-AF14CAB9358C}"/>
          </ac:spMkLst>
        </pc:spChg>
        <pc:spChg chg="add mod">
          <ac:chgData name="Stafford Ho / OEP-SM" userId="206c095a-39b3-4ae9-b03a-6fb00696af92" providerId="ADAL" clId="{D985DC76-DE1E-414F-823A-BB1969D47374}" dt="2025-12-04T03:34:59.921" v="1460" actId="1035"/>
          <ac:spMkLst>
            <pc:docMk/>
            <pc:sldMk cId="2107609697" sldId="266"/>
            <ac:spMk id="7" creationId="{355F87AA-5C62-37C3-5A18-E0856C14A045}"/>
          </ac:spMkLst>
        </pc:spChg>
        <pc:spChg chg="mod">
          <ac:chgData name="Stafford Ho / OEP-SM" userId="206c095a-39b3-4ae9-b03a-6fb00696af92" providerId="ADAL" clId="{D985DC76-DE1E-414F-823A-BB1969D47374}" dt="2025-12-04T03:27:55.927" v="1240" actId="208"/>
          <ac:spMkLst>
            <pc:docMk/>
            <pc:sldMk cId="2107609697" sldId="266"/>
            <ac:spMk id="37" creationId="{C89C13BC-6BE3-6962-7FAD-C4CC107CD4B7}"/>
          </ac:spMkLst>
        </pc:spChg>
        <pc:spChg chg="mod">
          <ac:chgData name="Stafford Ho / OEP-SM" userId="206c095a-39b3-4ae9-b03a-6fb00696af92" providerId="ADAL" clId="{D985DC76-DE1E-414F-823A-BB1969D47374}" dt="2025-12-04T03:28:01.079" v="1241" actId="208"/>
          <ac:spMkLst>
            <pc:docMk/>
            <pc:sldMk cId="2107609697" sldId="266"/>
            <ac:spMk id="38" creationId="{702B1E41-B7A3-DCFC-C85E-5D6819DAF0D1}"/>
          </ac:spMkLst>
        </pc:spChg>
        <pc:spChg chg="mod">
          <ac:chgData name="Stafford Ho / OEP-SM" userId="206c095a-39b3-4ae9-b03a-6fb00696af92" providerId="ADAL" clId="{D985DC76-DE1E-414F-823A-BB1969D47374}" dt="2025-12-04T03:28:05.032" v="1242" actId="208"/>
          <ac:spMkLst>
            <pc:docMk/>
            <pc:sldMk cId="2107609697" sldId="266"/>
            <ac:spMk id="40" creationId="{48499385-4598-759D-59BC-0EA87DB99FED}"/>
          </ac:spMkLst>
        </pc:spChg>
        <pc:spChg chg="mod">
          <ac:chgData name="Stafford Ho / OEP-SM" userId="206c095a-39b3-4ae9-b03a-6fb00696af92" providerId="ADAL" clId="{D985DC76-DE1E-414F-823A-BB1969D47374}" dt="2025-12-04T03:28:10.593" v="1243" actId="208"/>
          <ac:spMkLst>
            <pc:docMk/>
            <pc:sldMk cId="2107609697" sldId="266"/>
            <ac:spMk id="61" creationId="{4EAA61A9-440B-4771-6445-A578017F9D1E}"/>
          </ac:spMkLst>
        </pc:spChg>
        <pc:spChg chg="mod">
          <ac:chgData name="Stafford Ho / OEP-SM" userId="206c095a-39b3-4ae9-b03a-6fb00696af92" providerId="ADAL" clId="{D985DC76-DE1E-414F-823A-BB1969D47374}" dt="2025-12-04T03:28:14.453" v="1244" actId="208"/>
          <ac:spMkLst>
            <pc:docMk/>
            <pc:sldMk cId="2107609697" sldId="266"/>
            <ac:spMk id="62" creationId="{176A9D44-CC63-1A54-CA3A-D1BD2890C3FF}"/>
          </ac:spMkLst>
        </pc:spChg>
        <pc:spChg chg="mod">
          <ac:chgData name="Stafford Ho / OEP-SM" userId="206c095a-39b3-4ae9-b03a-6fb00696af92" providerId="ADAL" clId="{D985DC76-DE1E-414F-823A-BB1969D47374}" dt="2025-12-04T03:28:18.013" v="1245" actId="208"/>
          <ac:spMkLst>
            <pc:docMk/>
            <pc:sldMk cId="2107609697" sldId="266"/>
            <ac:spMk id="63" creationId="{D77C7EC9-AFB7-4330-8134-12BD0C287FF7}"/>
          </ac:spMkLst>
        </pc:spChg>
        <pc:spChg chg="add mod">
          <ac:chgData name="Stafford Ho / OEP-SM" userId="206c095a-39b3-4ae9-b03a-6fb00696af92" providerId="ADAL" clId="{D985DC76-DE1E-414F-823A-BB1969D47374}" dt="2025-12-04T03:31:18.126" v="1328" actId="1076"/>
          <ac:spMkLst>
            <pc:docMk/>
            <pc:sldMk cId="2107609697" sldId="266"/>
            <ac:spMk id="73" creationId="{C2BB899D-E816-4A9D-5C3D-114D6139E734}"/>
          </ac:spMkLst>
        </pc:spChg>
        <pc:spChg chg="mod">
          <ac:chgData name="Stafford Ho / OEP-SM" userId="206c095a-39b3-4ae9-b03a-6fb00696af92" providerId="ADAL" clId="{D985DC76-DE1E-414F-823A-BB1969D47374}" dt="2025-12-04T03:30:15.215" v="1281" actId="1076"/>
          <ac:spMkLst>
            <pc:docMk/>
            <pc:sldMk cId="2107609697" sldId="266"/>
            <ac:spMk id="111" creationId="{BD2A79BA-CBE8-3F39-ADC5-549252D50BC4}"/>
          </ac:spMkLst>
        </pc:spChg>
        <pc:picChg chg="mod">
          <ac:chgData name="Stafford Ho / OEP-SM" userId="206c095a-39b3-4ae9-b03a-6fb00696af92" providerId="ADAL" clId="{D985DC76-DE1E-414F-823A-BB1969D47374}" dt="2025-12-04T03:30:11.596" v="1280" actId="1076"/>
          <ac:picMkLst>
            <pc:docMk/>
            <pc:sldMk cId="2107609697" sldId="266"/>
            <ac:picMk id="1025" creationId="{EBEEA78D-DC18-329B-FD83-4ADFF42DFFB5}"/>
          </ac:picMkLst>
        </pc:picChg>
        <pc:cxnChg chg="add mod">
          <ac:chgData name="Stafford Ho / OEP-SM" userId="206c095a-39b3-4ae9-b03a-6fb00696af92" providerId="ADAL" clId="{D985DC76-DE1E-414F-823A-BB1969D47374}" dt="2025-12-04T03:29:33.751" v="1273" actId="14100"/>
          <ac:cxnSpMkLst>
            <pc:docMk/>
            <pc:sldMk cId="2107609697" sldId="266"/>
            <ac:cxnSpMk id="12" creationId="{C7C588A4-3456-7D02-A4CA-D150F963F6CF}"/>
          </ac:cxnSpMkLst>
        </pc:cxnChg>
        <pc:cxnChg chg="add mod">
          <ac:chgData name="Stafford Ho / OEP-SM" userId="206c095a-39b3-4ae9-b03a-6fb00696af92" providerId="ADAL" clId="{D985DC76-DE1E-414F-823A-BB1969D47374}" dt="2025-12-04T03:29:36.376" v="1274" actId="14100"/>
          <ac:cxnSpMkLst>
            <pc:docMk/>
            <pc:sldMk cId="2107609697" sldId="266"/>
            <ac:cxnSpMk id="20" creationId="{BEFF0748-19CE-412E-6176-79EF1E114DE4}"/>
          </ac:cxnSpMkLst>
        </pc:cxnChg>
        <pc:cxnChg chg="add mod">
          <ac:chgData name="Stafford Ho / OEP-SM" userId="206c095a-39b3-4ae9-b03a-6fb00696af92" providerId="ADAL" clId="{D985DC76-DE1E-414F-823A-BB1969D47374}" dt="2025-12-04T03:30:08.012" v="1279" actId="14100"/>
          <ac:cxnSpMkLst>
            <pc:docMk/>
            <pc:sldMk cId="2107609697" sldId="266"/>
            <ac:cxnSpMk id="68" creationId="{E5878D51-961A-C14F-E6BC-40860835FDD5}"/>
          </ac:cxnSpMkLst>
        </pc:cxnChg>
        <pc:cxnChg chg="add mod">
          <ac:chgData name="Stafford Ho / OEP-SM" userId="206c095a-39b3-4ae9-b03a-6fb00696af92" providerId="ADAL" clId="{D985DC76-DE1E-414F-823A-BB1969D47374}" dt="2025-12-04T03:32:22.404" v="1342" actId="14100"/>
          <ac:cxnSpMkLst>
            <pc:docMk/>
            <pc:sldMk cId="2107609697" sldId="266"/>
            <ac:cxnSpMk id="74" creationId="{E1E62AEC-6B2A-6B9A-1998-0E18386BFC68}"/>
          </ac:cxnSpMkLst>
        </pc:cxnChg>
        <pc:cxnChg chg="add mod">
          <ac:chgData name="Stafford Ho / OEP-SM" userId="206c095a-39b3-4ae9-b03a-6fb00696af92" providerId="ADAL" clId="{D985DC76-DE1E-414F-823A-BB1969D47374}" dt="2025-12-04T03:31:50.368" v="1336" actId="14100"/>
          <ac:cxnSpMkLst>
            <pc:docMk/>
            <pc:sldMk cId="2107609697" sldId="266"/>
            <ac:cxnSpMk id="77" creationId="{274560A5-B768-8EB6-5673-35B174899178}"/>
          </ac:cxnSpMkLst>
        </pc:cxnChg>
        <pc:cxnChg chg="add mod ord">
          <ac:chgData name="Stafford Ho / OEP-SM" userId="206c095a-39b3-4ae9-b03a-6fb00696af92" providerId="ADAL" clId="{D985DC76-DE1E-414F-823A-BB1969D47374}" dt="2025-12-04T03:32:08.332" v="1340" actId="167"/>
          <ac:cxnSpMkLst>
            <pc:docMk/>
            <pc:sldMk cId="2107609697" sldId="266"/>
            <ac:cxnSpMk id="80" creationId="{DF72FFCF-207D-FAD4-4AF6-CD7E697FB690}"/>
          </ac:cxnSpMkLst>
        </pc:cxnChg>
      </pc:sldChg>
      <pc:sldChg chg="modSp new mod">
        <pc:chgData name="Stafford Ho / OEP-SM" userId="206c095a-39b3-4ae9-b03a-6fb00696af92" providerId="ADAL" clId="{D985DC76-DE1E-414F-823A-BB1969D47374}" dt="2025-12-04T06:14:39.594" v="1571" actId="20577"/>
        <pc:sldMkLst>
          <pc:docMk/>
          <pc:sldMk cId="1107380443" sldId="267"/>
        </pc:sldMkLst>
        <pc:spChg chg="mod">
          <ac:chgData name="Stafford Ho / OEP-SM" userId="206c095a-39b3-4ae9-b03a-6fb00696af92" providerId="ADAL" clId="{D985DC76-DE1E-414F-823A-BB1969D47374}" dt="2025-12-04T06:14:39.594" v="1571" actId="20577"/>
          <ac:spMkLst>
            <pc:docMk/>
            <pc:sldMk cId="1107380443" sldId="267"/>
            <ac:spMk id="3" creationId="{F6186121-26DB-102D-0203-97C90676BDB0}"/>
          </ac:spMkLst>
        </pc:spChg>
      </pc:sldChg>
      <pc:sldChg chg="modSp new del mod">
        <pc:chgData name="Stafford Ho / OEP-SM" userId="206c095a-39b3-4ae9-b03a-6fb00696af92" providerId="ADAL" clId="{D985DC76-DE1E-414F-823A-BB1969D47374}" dt="2025-12-04T06:14:19.484" v="1545" actId="2696"/>
        <pc:sldMkLst>
          <pc:docMk/>
          <pc:sldMk cId="1291297619" sldId="268"/>
        </pc:sldMkLst>
        <pc:spChg chg="mod">
          <ac:chgData name="Stafford Ho / OEP-SM" userId="206c095a-39b3-4ae9-b03a-6fb00696af92" providerId="ADAL" clId="{D985DC76-DE1E-414F-823A-BB1969D47374}" dt="2025-12-04T03:38:54.655" v="1544" actId="20577"/>
          <ac:spMkLst>
            <pc:docMk/>
            <pc:sldMk cId="1291297619" sldId="268"/>
            <ac:spMk id="3" creationId="{591AF46A-5A3F-9F44-EA61-7FC8C6A5112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2D985B-9579-4530-AD7C-490F8C7F47CB}" type="datetimeFigureOut">
              <a:rPr lang="en-SG" smtClean="0"/>
              <a:t>4/12/2025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E5D6E7-D2F2-40BA-8F4E-F8909AB2A104}" type="slidenum">
              <a:rPr lang="en-SG" smtClean="0"/>
              <a:t>‹#›</a:t>
            </a:fld>
            <a:endParaRPr lang="en-SG"/>
          </a:p>
        </p:txBody>
      </p:sp>
    </p:spTree>
    <p:extLst>
      <p:ext uri="{BB962C8B-B14F-4D97-AF65-F5344CB8AC3E}">
        <p14:creationId xmlns:p14="http://schemas.microsoft.com/office/powerpoint/2010/main" val="4227672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805771C1-27C8-4749-B5FB-4055D94BA4BC}" type="slidenum">
              <a:rPr lang="en-SG" smtClean="0"/>
              <a:t>11</a:t>
            </a:fld>
            <a:endParaRPr lang="en-SG"/>
          </a:p>
        </p:txBody>
      </p:sp>
    </p:spTree>
    <p:extLst>
      <p:ext uri="{BB962C8B-B14F-4D97-AF65-F5344CB8AC3E}">
        <p14:creationId xmlns:p14="http://schemas.microsoft.com/office/powerpoint/2010/main" val="1861676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231B9-94F5-BCBE-CE3D-59EB0B84A7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AA50E5D2-414A-2879-6747-F8BEE07ED4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6BB2F7D2-9667-78BA-1D9E-39CFBB5225DE}"/>
              </a:ext>
            </a:extLst>
          </p:cNvPr>
          <p:cNvSpPr>
            <a:spLocks noGrp="1"/>
          </p:cNvSpPr>
          <p:nvPr>
            <p:ph type="dt" sz="half" idx="10"/>
          </p:nvPr>
        </p:nvSpPr>
        <p:spPr/>
        <p:txBody>
          <a:bodyPr/>
          <a:lstStyle/>
          <a:p>
            <a:fld id="{78AB9732-A5EE-4E21-B013-405B44AED3F3}" type="datetimeFigureOut">
              <a:rPr lang="en-SG" smtClean="0"/>
              <a:t>4/12/2025</a:t>
            </a:fld>
            <a:endParaRPr lang="en-SG"/>
          </a:p>
        </p:txBody>
      </p:sp>
      <p:sp>
        <p:nvSpPr>
          <p:cNvPr id="5" name="Footer Placeholder 4">
            <a:extLst>
              <a:ext uri="{FF2B5EF4-FFF2-40B4-BE49-F238E27FC236}">
                <a16:creationId xmlns:a16="http://schemas.microsoft.com/office/drawing/2014/main" id="{6B2C6677-55C2-767A-10BA-474A0760A11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16F5D0C-A363-A3FD-68A1-D9BFD2703D1B}"/>
              </a:ext>
            </a:extLst>
          </p:cNvPr>
          <p:cNvSpPr>
            <a:spLocks noGrp="1"/>
          </p:cNvSpPr>
          <p:nvPr>
            <p:ph type="sldNum" sz="quarter" idx="12"/>
          </p:nvPr>
        </p:nvSpPr>
        <p:spPr/>
        <p:txBody>
          <a:bodyPr/>
          <a:lstStyle/>
          <a:p>
            <a:fld id="{97872A12-4AD7-4579-B63B-1074B9B784B0}" type="slidenum">
              <a:rPr lang="en-SG" smtClean="0"/>
              <a:t>‹#›</a:t>
            </a:fld>
            <a:endParaRPr lang="en-SG"/>
          </a:p>
        </p:txBody>
      </p:sp>
    </p:spTree>
    <p:extLst>
      <p:ext uri="{BB962C8B-B14F-4D97-AF65-F5344CB8AC3E}">
        <p14:creationId xmlns:p14="http://schemas.microsoft.com/office/powerpoint/2010/main" val="1894581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AA0F5-BDF7-60E2-2EAE-D707277F8292}"/>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600CC9AC-0507-4B5D-2C15-65E70F7ED2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53F0414-12D1-5F17-DA0B-00D9EB559412}"/>
              </a:ext>
            </a:extLst>
          </p:cNvPr>
          <p:cNvSpPr>
            <a:spLocks noGrp="1"/>
          </p:cNvSpPr>
          <p:nvPr>
            <p:ph type="dt" sz="half" idx="10"/>
          </p:nvPr>
        </p:nvSpPr>
        <p:spPr/>
        <p:txBody>
          <a:bodyPr/>
          <a:lstStyle/>
          <a:p>
            <a:fld id="{78AB9732-A5EE-4E21-B013-405B44AED3F3}" type="datetimeFigureOut">
              <a:rPr lang="en-SG" smtClean="0"/>
              <a:t>4/12/2025</a:t>
            </a:fld>
            <a:endParaRPr lang="en-SG"/>
          </a:p>
        </p:txBody>
      </p:sp>
      <p:sp>
        <p:nvSpPr>
          <p:cNvPr id="5" name="Footer Placeholder 4">
            <a:extLst>
              <a:ext uri="{FF2B5EF4-FFF2-40B4-BE49-F238E27FC236}">
                <a16:creationId xmlns:a16="http://schemas.microsoft.com/office/drawing/2014/main" id="{E7EDC77F-57E9-1BB1-7FF0-5005C0B7CD1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2914F72-F080-553E-A2B6-A37005516D12}"/>
              </a:ext>
            </a:extLst>
          </p:cNvPr>
          <p:cNvSpPr>
            <a:spLocks noGrp="1"/>
          </p:cNvSpPr>
          <p:nvPr>
            <p:ph type="sldNum" sz="quarter" idx="12"/>
          </p:nvPr>
        </p:nvSpPr>
        <p:spPr/>
        <p:txBody>
          <a:bodyPr/>
          <a:lstStyle/>
          <a:p>
            <a:fld id="{97872A12-4AD7-4579-B63B-1074B9B784B0}" type="slidenum">
              <a:rPr lang="en-SG" smtClean="0"/>
              <a:t>‹#›</a:t>
            </a:fld>
            <a:endParaRPr lang="en-SG"/>
          </a:p>
        </p:txBody>
      </p:sp>
    </p:spTree>
    <p:extLst>
      <p:ext uri="{BB962C8B-B14F-4D97-AF65-F5344CB8AC3E}">
        <p14:creationId xmlns:p14="http://schemas.microsoft.com/office/powerpoint/2010/main" val="2026594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A8B49-7D80-B39B-60A8-91B3DC2546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4AC70A97-2D47-3AD6-8F52-19DB6862C33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35883F-3EF5-EB39-63EF-39871E263D73}"/>
              </a:ext>
            </a:extLst>
          </p:cNvPr>
          <p:cNvSpPr>
            <a:spLocks noGrp="1"/>
          </p:cNvSpPr>
          <p:nvPr>
            <p:ph type="dt" sz="half" idx="10"/>
          </p:nvPr>
        </p:nvSpPr>
        <p:spPr/>
        <p:txBody>
          <a:bodyPr/>
          <a:lstStyle/>
          <a:p>
            <a:fld id="{78AB9732-A5EE-4E21-B013-405B44AED3F3}" type="datetimeFigureOut">
              <a:rPr lang="en-SG" smtClean="0"/>
              <a:t>4/12/2025</a:t>
            </a:fld>
            <a:endParaRPr lang="en-SG"/>
          </a:p>
        </p:txBody>
      </p:sp>
      <p:sp>
        <p:nvSpPr>
          <p:cNvPr id="5" name="Footer Placeholder 4">
            <a:extLst>
              <a:ext uri="{FF2B5EF4-FFF2-40B4-BE49-F238E27FC236}">
                <a16:creationId xmlns:a16="http://schemas.microsoft.com/office/drawing/2014/main" id="{FAD65511-634F-5C78-35A6-5121BFEFFC39}"/>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33C778B7-FF3A-D17A-7B17-EEDA797D08C7}"/>
              </a:ext>
            </a:extLst>
          </p:cNvPr>
          <p:cNvSpPr>
            <a:spLocks noGrp="1"/>
          </p:cNvSpPr>
          <p:nvPr>
            <p:ph type="sldNum" sz="quarter" idx="12"/>
          </p:nvPr>
        </p:nvSpPr>
        <p:spPr/>
        <p:txBody>
          <a:bodyPr/>
          <a:lstStyle/>
          <a:p>
            <a:fld id="{97872A12-4AD7-4579-B63B-1074B9B784B0}" type="slidenum">
              <a:rPr lang="en-SG" smtClean="0"/>
              <a:t>‹#›</a:t>
            </a:fld>
            <a:endParaRPr lang="en-SG"/>
          </a:p>
        </p:txBody>
      </p:sp>
    </p:spTree>
    <p:extLst>
      <p:ext uri="{BB962C8B-B14F-4D97-AF65-F5344CB8AC3E}">
        <p14:creationId xmlns:p14="http://schemas.microsoft.com/office/powerpoint/2010/main" val="1041653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6D4DB-11F3-BDC9-E147-A9404759759E}"/>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A3F9B216-FB26-FEED-2C11-384215791B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0D92CF68-D0D6-0F62-87EA-9BE873D181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835580CE-2660-38E7-1F98-45B6AB91423D}"/>
              </a:ext>
            </a:extLst>
          </p:cNvPr>
          <p:cNvSpPr>
            <a:spLocks noGrp="1"/>
          </p:cNvSpPr>
          <p:nvPr>
            <p:ph type="dt" sz="half" idx="10"/>
          </p:nvPr>
        </p:nvSpPr>
        <p:spPr/>
        <p:txBody>
          <a:bodyPr/>
          <a:lstStyle/>
          <a:p>
            <a:fld id="{78AB9732-A5EE-4E21-B013-405B44AED3F3}" type="datetimeFigureOut">
              <a:rPr lang="en-SG" smtClean="0"/>
              <a:t>4/12/2025</a:t>
            </a:fld>
            <a:endParaRPr lang="en-SG"/>
          </a:p>
        </p:txBody>
      </p:sp>
      <p:sp>
        <p:nvSpPr>
          <p:cNvPr id="6" name="Footer Placeholder 5">
            <a:extLst>
              <a:ext uri="{FF2B5EF4-FFF2-40B4-BE49-F238E27FC236}">
                <a16:creationId xmlns:a16="http://schemas.microsoft.com/office/drawing/2014/main" id="{B6849728-2F9A-6151-F1DB-55B3B5BF8711}"/>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014702E1-4208-95F6-9780-0E8FF7CE711C}"/>
              </a:ext>
            </a:extLst>
          </p:cNvPr>
          <p:cNvSpPr>
            <a:spLocks noGrp="1"/>
          </p:cNvSpPr>
          <p:nvPr>
            <p:ph type="sldNum" sz="quarter" idx="12"/>
          </p:nvPr>
        </p:nvSpPr>
        <p:spPr/>
        <p:txBody>
          <a:bodyPr/>
          <a:lstStyle/>
          <a:p>
            <a:fld id="{97872A12-4AD7-4579-B63B-1074B9B784B0}" type="slidenum">
              <a:rPr lang="en-SG" smtClean="0"/>
              <a:t>‹#›</a:t>
            </a:fld>
            <a:endParaRPr lang="en-SG"/>
          </a:p>
        </p:txBody>
      </p:sp>
    </p:spTree>
    <p:extLst>
      <p:ext uri="{BB962C8B-B14F-4D97-AF65-F5344CB8AC3E}">
        <p14:creationId xmlns:p14="http://schemas.microsoft.com/office/powerpoint/2010/main" val="2470881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7DB8A-1EFB-B4BB-DC59-0A64160970C5}"/>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ADF211D8-9293-D0CD-6F28-591E3033E2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5F230B-D71D-ADE9-EB6B-D788BEE150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4E5BFE1E-F535-29D8-6D7F-F895B71BB0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7D700-E4F8-1FA4-C55D-2B405380B5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41D46498-E934-1DE3-68ED-F84ABD202090}"/>
              </a:ext>
            </a:extLst>
          </p:cNvPr>
          <p:cNvSpPr>
            <a:spLocks noGrp="1"/>
          </p:cNvSpPr>
          <p:nvPr>
            <p:ph type="dt" sz="half" idx="10"/>
          </p:nvPr>
        </p:nvSpPr>
        <p:spPr/>
        <p:txBody>
          <a:bodyPr/>
          <a:lstStyle/>
          <a:p>
            <a:fld id="{78AB9732-A5EE-4E21-B013-405B44AED3F3}" type="datetimeFigureOut">
              <a:rPr lang="en-SG" smtClean="0"/>
              <a:t>4/12/2025</a:t>
            </a:fld>
            <a:endParaRPr lang="en-SG"/>
          </a:p>
        </p:txBody>
      </p:sp>
      <p:sp>
        <p:nvSpPr>
          <p:cNvPr id="8" name="Footer Placeholder 7">
            <a:extLst>
              <a:ext uri="{FF2B5EF4-FFF2-40B4-BE49-F238E27FC236}">
                <a16:creationId xmlns:a16="http://schemas.microsoft.com/office/drawing/2014/main" id="{8146220E-DC74-7220-0797-2CA54171A6E5}"/>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06EC6B6F-31FA-F283-9ED4-50D0E9747558}"/>
              </a:ext>
            </a:extLst>
          </p:cNvPr>
          <p:cNvSpPr>
            <a:spLocks noGrp="1"/>
          </p:cNvSpPr>
          <p:nvPr>
            <p:ph type="sldNum" sz="quarter" idx="12"/>
          </p:nvPr>
        </p:nvSpPr>
        <p:spPr/>
        <p:txBody>
          <a:bodyPr/>
          <a:lstStyle/>
          <a:p>
            <a:fld id="{97872A12-4AD7-4579-B63B-1074B9B784B0}" type="slidenum">
              <a:rPr lang="en-SG" smtClean="0"/>
              <a:t>‹#›</a:t>
            </a:fld>
            <a:endParaRPr lang="en-SG"/>
          </a:p>
        </p:txBody>
      </p:sp>
    </p:spTree>
    <p:extLst>
      <p:ext uri="{BB962C8B-B14F-4D97-AF65-F5344CB8AC3E}">
        <p14:creationId xmlns:p14="http://schemas.microsoft.com/office/powerpoint/2010/main" val="1475089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F9B3E-F2F6-3536-3A8F-3AD574E6B709}"/>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F6EFD733-3BF3-2D6E-7115-D7B8DA680D16}"/>
              </a:ext>
            </a:extLst>
          </p:cNvPr>
          <p:cNvSpPr>
            <a:spLocks noGrp="1"/>
          </p:cNvSpPr>
          <p:nvPr>
            <p:ph type="dt" sz="half" idx="10"/>
          </p:nvPr>
        </p:nvSpPr>
        <p:spPr/>
        <p:txBody>
          <a:bodyPr/>
          <a:lstStyle/>
          <a:p>
            <a:fld id="{78AB9732-A5EE-4E21-B013-405B44AED3F3}" type="datetimeFigureOut">
              <a:rPr lang="en-SG" smtClean="0"/>
              <a:t>4/12/2025</a:t>
            </a:fld>
            <a:endParaRPr lang="en-SG"/>
          </a:p>
        </p:txBody>
      </p:sp>
      <p:sp>
        <p:nvSpPr>
          <p:cNvPr id="4" name="Footer Placeholder 3">
            <a:extLst>
              <a:ext uri="{FF2B5EF4-FFF2-40B4-BE49-F238E27FC236}">
                <a16:creationId xmlns:a16="http://schemas.microsoft.com/office/drawing/2014/main" id="{A5FC1E7F-4E45-9306-1E30-D11249D1AB53}"/>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3EEE62CE-4A02-D2DA-C5BA-88F5B1D8CD04}"/>
              </a:ext>
            </a:extLst>
          </p:cNvPr>
          <p:cNvSpPr>
            <a:spLocks noGrp="1"/>
          </p:cNvSpPr>
          <p:nvPr>
            <p:ph type="sldNum" sz="quarter" idx="12"/>
          </p:nvPr>
        </p:nvSpPr>
        <p:spPr/>
        <p:txBody>
          <a:bodyPr/>
          <a:lstStyle/>
          <a:p>
            <a:fld id="{97872A12-4AD7-4579-B63B-1074B9B784B0}" type="slidenum">
              <a:rPr lang="en-SG" smtClean="0"/>
              <a:t>‹#›</a:t>
            </a:fld>
            <a:endParaRPr lang="en-SG"/>
          </a:p>
        </p:txBody>
      </p:sp>
    </p:spTree>
    <p:extLst>
      <p:ext uri="{BB962C8B-B14F-4D97-AF65-F5344CB8AC3E}">
        <p14:creationId xmlns:p14="http://schemas.microsoft.com/office/powerpoint/2010/main" val="4152992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A05F73-348C-7B34-FBBC-EC507D1E0506}"/>
              </a:ext>
            </a:extLst>
          </p:cNvPr>
          <p:cNvSpPr>
            <a:spLocks noGrp="1"/>
          </p:cNvSpPr>
          <p:nvPr>
            <p:ph type="dt" sz="half" idx="10"/>
          </p:nvPr>
        </p:nvSpPr>
        <p:spPr/>
        <p:txBody>
          <a:bodyPr/>
          <a:lstStyle/>
          <a:p>
            <a:fld id="{78AB9732-A5EE-4E21-B013-405B44AED3F3}" type="datetimeFigureOut">
              <a:rPr lang="en-SG" smtClean="0"/>
              <a:t>4/12/2025</a:t>
            </a:fld>
            <a:endParaRPr lang="en-SG"/>
          </a:p>
        </p:txBody>
      </p:sp>
      <p:sp>
        <p:nvSpPr>
          <p:cNvPr id="3" name="Footer Placeholder 2">
            <a:extLst>
              <a:ext uri="{FF2B5EF4-FFF2-40B4-BE49-F238E27FC236}">
                <a16:creationId xmlns:a16="http://schemas.microsoft.com/office/drawing/2014/main" id="{497376B9-C325-2580-DACA-BD06370B0F08}"/>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D5EA2C97-C242-60E1-B30E-59A9FECD667C}"/>
              </a:ext>
            </a:extLst>
          </p:cNvPr>
          <p:cNvSpPr>
            <a:spLocks noGrp="1"/>
          </p:cNvSpPr>
          <p:nvPr>
            <p:ph type="sldNum" sz="quarter" idx="12"/>
          </p:nvPr>
        </p:nvSpPr>
        <p:spPr/>
        <p:txBody>
          <a:bodyPr/>
          <a:lstStyle/>
          <a:p>
            <a:fld id="{97872A12-4AD7-4579-B63B-1074B9B784B0}" type="slidenum">
              <a:rPr lang="en-SG" smtClean="0"/>
              <a:t>‹#›</a:t>
            </a:fld>
            <a:endParaRPr lang="en-SG"/>
          </a:p>
        </p:txBody>
      </p:sp>
    </p:spTree>
    <p:extLst>
      <p:ext uri="{BB962C8B-B14F-4D97-AF65-F5344CB8AC3E}">
        <p14:creationId xmlns:p14="http://schemas.microsoft.com/office/powerpoint/2010/main" val="1203387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6061C-14F6-B23E-F10E-8530A228CF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D73EA3D8-7A84-194F-8EEA-E3C7D2A6BE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A49E2B4E-F995-B5BD-7CA1-606533F302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CF230F-5DCD-3EE5-BC47-6BC793DB467B}"/>
              </a:ext>
            </a:extLst>
          </p:cNvPr>
          <p:cNvSpPr>
            <a:spLocks noGrp="1"/>
          </p:cNvSpPr>
          <p:nvPr>
            <p:ph type="dt" sz="half" idx="10"/>
          </p:nvPr>
        </p:nvSpPr>
        <p:spPr/>
        <p:txBody>
          <a:bodyPr/>
          <a:lstStyle/>
          <a:p>
            <a:fld id="{78AB9732-A5EE-4E21-B013-405B44AED3F3}" type="datetimeFigureOut">
              <a:rPr lang="en-SG" smtClean="0"/>
              <a:t>4/12/2025</a:t>
            </a:fld>
            <a:endParaRPr lang="en-SG"/>
          </a:p>
        </p:txBody>
      </p:sp>
      <p:sp>
        <p:nvSpPr>
          <p:cNvPr id="6" name="Footer Placeholder 5">
            <a:extLst>
              <a:ext uri="{FF2B5EF4-FFF2-40B4-BE49-F238E27FC236}">
                <a16:creationId xmlns:a16="http://schemas.microsoft.com/office/drawing/2014/main" id="{AC836C73-945F-B596-4D6F-6FC1297AA164}"/>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A71CA35F-40D2-CA78-E1D4-404589C1F450}"/>
              </a:ext>
            </a:extLst>
          </p:cNvPr>
          <p:cNvSpPr>
            <a:spLocks noGrp="1"/>
          </p:cNvSpPr>
          <p:nvPr>
            <p:ph type="sldNum" sz="quarter" idx="12"/>
          </p:nvPr>
        </p:nvSpPr>
        <p:spPr/>
        <p:txBody>
          <a:bodyPr/>
          <a:lstStyle/>
          <a:p>
            <a:fld id="{97872A12-4AD7-4579-B63B-1074B9B784B0}" type="slidenum">
              <a:rPr lang="en-SG" smtClean="0"/>
              <a:t>‹#›</a:t>
            </a:fld>
            <a:endParaRPr lang="en-SG"/>
          </a:p>
        </p:txBody>
      </p:sp>
    </p:spTree>
    <p:extLst>
      <p:ext uri="{BB962C8B-B14F-4D97-AF65-F5344CB8AC3E}">
        <p14:creationId xmlns:p14="http://schemas.microsoft.com/office/powerpoint/2010/main" val="3804204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1C1E3-0637-FC3C-3680-4A29779DD2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0B88B311-7F65-7F85-A6CA-97EF948498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DD0676E8-F98C-B630-4A33-5E05AD4862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6B77BE-9AFB-BFA1-6E2D-F016EA410BEE}"/>
              </a:ext>
            </a:extLst>
          </p:cNvPr>
          <p:cNvSpPr>
            <a:spLocks noGrp="1"/>
          </p:cNvSpPr>
          <p:nvPr>
            <p:ph type="dt" sz="half" idx="10"/>
          </p:nvPr>
        </p:nvSpPr>
        <p:spPr/>
        <p:txBody>
          <a:bodyPr/>
          <a:lstStyle/>
          <a:p>
            <a:fld id="{78AB9732-A5EE-4E21-B013-405B44AED3F3}" type="datetimeFigureOut">
              <a:rPr lang="en-SG" smtClean="0"/>
              <a:t>4/12/2025</a:t>
            </a:fld>
            <a:endParaRPr lang="en-SG"/>
          </a:p>
        </p:txBody>
      </p:sp>
      <p:sp>
        <p:nvSpPr>
          <p:cNvPr id="6" name="Footer Placeholder 5">
            <a:extLst>
              <a:ext uri="{FF2B5EF4-FFF2-40B4-BE49-F238E27FC236}">
                <a16:creationId xmlns:a16="http://schemas.microsoft.com/office/drawing/2014/main" id="{C1015BAC-C4AF-4AA4-23F8-C2DAE0677DDC}"/>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7D46D359-70F9-F5B4-8EA8-13067291F570}"/>
              </a:ext>
            </a:extLst>
          </p:cNvPr>
          <p:cNvSpPr>
            <a:spLocks noGrp="1"/>
          </p:cNvSpPr>
          <p:nvPr>
            <p:ph type="sldNum" sz="quarter" idx="12"/>
          </p:nvPr>
        </p:nvSpPr>
        <p:spPr/>
        <p:txBody>
          <a:bodyPr/>
          <a:lstStyle/>
          <a:p>
            <a:fld id="{97872A12-4AD7-4579-B63B-1074B9B784B0}" type="slidenum">
              <a:rPr lang="en-SG" smtClean="0"/>
              <a:t>‹#›</a:t>
            </a:fld>
            <a:endParaRPr lang="en-SG"/>
          </a:p>
        </p:txBody>
      </p:sp>
    </p:spTree>
    <p:extLst>
      <p:ext uri="{BB962C8B-B14F-4D97-AF65-F5344CB8AC3E}">
        <p14:creationId xmlns:p14="http://schemas.microsoft.com/office/powerpoint/2010/main" val="822886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21045-0689-3DBF-B241-DFD7E6A4E259}"/>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30CE1EE1-FAC9-87EF-3FBE-695D13B559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CBB0031-3C14-DEF2-0FDD-0BE6FB4A6F7C}"/>
              </a:ext>
            </a:extLst>
          </p:cNvPr>
          <p:cNvSpPr>
            <a:spLocks noGrp="1"/>
          </p:cNvSpPr>
          <p:nvPr>
            <p:ph type="dt" sz="half" idx="10"/>
          </p:nvPr>
        </p:nvSpPr>
        <p:spPr/>
        <p:txBody>
          <a:bodyPr/>
          <a:lstStyle/>
          <a:p>
            <a:fld id="{78AB9732-A5EE-4E21-B013-405B44AED3F3}" type="datetimeFigureOut">
              <a:rPr lang="en-SG" smtClean="0"/>
              <a:t>4/12/2025</a:t>
            </a:fld>
            <a:endParaRPr lang="en-SG"/>
          </a:p>
        </p:txBody>
      </p:sp>
      <p:sp>
        <p:nvSpPr>
          <p:cNvPr id="5" name="Footer Placeholder 4">
            <a:extLst>
              <a:ext uri="{FF2B5EF4-FFF2-40B4-BE49-F238E27FC236}">
                <a16:creationId xmlns:a16="http://schemas.microsoft.com/office/drawing/2014/main" id="{0420AA4C-A9F1-A03D-3E2C-A126CC182F0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5767C00-27E7-2F58-A8B6-9B2FBD74F7D5}"/>
              </a:ext>
            </a:extLst>
          </p:cNvPr>
          <p:cNvSpPr>
            <a:spLocks noGrp="1"/>
          </p:cNvSpPr>
          <p:nvPr>
            <p:ph type="sldNum" sz="quarter" idx="12"/>
          </p:nvPr>
        </p:nvSpPr>
        <p:spPr/>
        <p:txBody>
          <a:bodyPr/>
          <a:lstStyle/>
          <a:p>
            <a:fld id="{97872A12-4AD7-4579-B63B-1074B9B784B0}" type="slidenum">
              <a:rPr lang="en-SG" smtClean="0"/>
              <a:t>‹#›</a:t>
            </a:fld>
            <a:endParaRPr lang="en-SG"/>
          </a:p>
        </p:txBody>
      </p:sp>
    </p:spTree>
    <p:extLst>
      <p:ext uri="{BB962C8B-B14F-4D97-AF65-F5344CB8AC3E}">
        <p14:creationId xmlns:p14="http://schemas.microsoft.com/office/powerpoint/2010/main" val="2966772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8DBE39-6D95-DF3C-E689-96BC0C3017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3ADB2160-867D-9C54-53A6-4D111D8DE0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3F2B9E6-ACAB-7323-8268-3241285E5FF9}"/>
              </a:ext>
            </a:extLst>
          </p:cNvPr>
          <p:cNvSpPr>
            <a:spLocks noGrp="1"/>
          </p:cNvSpPr>
          <p:nvPr>
            <p:ph type="dt" sz="half" idx="10"/>
          </p:nvPr>
        </p:nvSpPr>
        <p:spPr/>
        <p:txBody>
          <a:bodyPr/>
          <a:lstStyle/>
          <a:p>
            <a:fld id="{78AB9732-A5EE-4E21-B013-405B44AED3F3}" type="datetimeFigureOut">
              <a:rPr lang="en-SG" smtClean="0"/>
              <a:t>4/12/2025</a:t>
            </a:fld>
            <a:endParaRPr lang="en-SG"/>
          </a:p>
        </p:txBody>
      </p:sp>
      <p:sp>
        <p:nvSpPr>
          <p:cNvPr id="5" name="Footer Placeholder 4">
            <a:extLst>
              <a:ext uri="{FF2B5EF4-FFF2-40B4-BE49-F238E27FC236}">
                <a16:creationId xmlns:a16="http://schemas.microsoft.com/office/drawing/2014/main" id="{B78EDB93-E44A-00E2-AB7E-3441D9313F1D}"/>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F4A15071-8790-2652-95D3-3630D9058386}"/>
              </a:ext>
            </a:extLst>
          </p:cNvPr>
          <p:cNvSpPr>
            <a:spLocks noGrp="1"/>
          </p:cNvSpPr>
          <p:nvPr>
            <p:ph type="sldNum" sz="quarter" idx="12"/>
          </p:nvPr>
        </p:nvSpPr>
        <p:spPr/>
        <p:txBody>
          <a:bodyPr/>
          <a:lstStyle/>
          <a:p>
            <a:fld id="{97872A12-4AD7-4579-B63B-1074B9B784B0}" type="slidenum">
              <a:rPr lang="en-SG" smtClean="0"/>
              <a:t>‹#›</a:t>
            </a:fld>
            <a:endParaRPr lang="en-SG"/>
          </a:p>
        </p:txBody>
      </p:sp>
    </p:spTree>
    <p:extLst>
      <p:ext uri="{BB962C8B-B14F-4D97-AF65-F5344CB8AC3E}">
        <p14:creationId xmlns:p14="http://schemas.microsoft.com/office/powerpoint/2010/main" val="4059310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1A7414-8AAD-14D5-D638-C17314A5EA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9984C0A7-25F3-3224-DCF1-C17D705F0E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F88C5255-4F17-5210-39E1-C4B6E6E17C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AB9732-A5EE-4E21-B013-405B44AED3F3}" type="datetimeFigureOut">
              <a:rPr lang="en-SG" smtClean="0"/>
              <a:t>4/12/2025</a:t>
            </a:fld>
            <a:endParaRPr lang="en-SG"/>
          </a:p>
        </p:txBody>
      </p:sp>
      <p:sp>
        <p:nvSpPr>
          <p:cNvPr id="5" name="Footer Placeholder 4">
            <a:extLst>
              <a:ext uri="{FF2B5EF4-FFF2-40B4-BE49-F238E27FC236}">
                <a16:creationId xmlns:a16="http://schemas.microsoft.com/office/drawing/2014/main" id="{BCC6901A-5020-0330-7EA0-AE7CD26416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BD99CCEB-CF38-ECF8-BDDC-DE8EE5236A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872A12-4AD7-4579-B63B-1074B9B784B0}" type="slidenum">
              <a:rPr lang="en-SG" smtClean="0"/>
              <a:t>‹#›</a:t>
            </a:fld>
            <a:endParaRPr lang="en-SG"/>
          </a:p>
        </p:txBody>
      </p:sp>
    </p:spTree>
    <p:extLst>
      <p:ext uri="{BB962C8B-B14F-4D97-AF65-F5344CB8AC3E}">
        <p14:creationId xmlns:p14="http://schemas.microsoft.com/office/powerpoint/2010/main" val="4178879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5A2E1-5D71-1E6D-20F4-92C4BA5F5D71}"/>
              </a:ext>
            </a:extLst>
          </p:cNvPr>
          <p:cNvSpPr>
            <a:spLocks noGrp="1"/>
          </p:cNvSpPr>
          <p:nvPr>
            <p:ph type="ctrTitle"/>
          </p:nvPr>
        </p:nvSpPr>
        <p:spPr/>
        <p:txBody>
          <a:bodyPr/>
          <a:lstStyle/>
          <a:p>
            <a:r>
              <a:rPr lang="en-SG" dirty="0"/>
              <a:t>HCS01 Job Simulation</a:t>
            </a:r>
          </a:p>
        </p:txBody>
      </p:sp>
      <p:sp>
        <p:nvSpPr>
          <p:cNvPr id="3" name="Subtitle 2">
            <a:extLst>
              <a:ext uri="{FF2B5EF4-FFF2-40B4-BE49-F238E27FC236}">
                <a16:creationId xmlns:a16="http://schemas.microsoft.com/office/drawing/2014/main" id="{6108169D-78BE-1A2A-E9EB-4004707B5FD3}"/>
              </a:ext>
            </a:extLst>
          </p:cNvPr>
          <p:cNvSpPr>
            <a:spLocks noGrp="1"/>
          </p:cNvSpPr>
          <p:nvPr>
            <p:ph type="subTitle" idx="1"/>
          </p:nvPr>
        </p:nvSpPr>
        <p:spPr/>
        <p:txBody>
          <a:bodyPr/>
          <a:lstStyle/>
          <a:p>
            <a:r>
              <a:rPr lang="en-SG" dirty="0"/>
              <a:t>Stafford Ho</a:t>
            </a:r>
          </a:p>
        </p:txBody>
      </p:sp>
    </p:spTree>
    <p:extLst>
      <p:ext uri="{BB962C8B-B14F-4D97-AF65-F5344CB8AC3E}">
        <p14:creationId xmlns:p14="http://schemas.microsoft.com/office/powerpoint/2010/main" val="1948689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DBC64-0DB8-FB49-D623-376BEC298CC6}"/>
              </a:ext>
            </a:extLst>
          </p:cNvPr>
          <p:cNvSpPr>
            <a:spLocks noGrp="1"/>
          </p:cNvSpPr>
          <p:nvPr>
            <p:ph type="title"/>
          </p:nvPr>
        </p:nvSpPr>
        <p:spPr/>
        <p:txBody>
          <a:bodyPr/>
          <a:lstStyle/>
          <a:p>
            <a:r>
              <a:rPr lang="en-SG" dirty="0"/>
              <a:t>DISCLAIMER</a:t>
            </a:r>
          </a:p>
        </p:txBody>
      </p:sp>
      <p:sp>
        <p:nvSpPr>
          <p:cNvPr id="3" name="Content Placeholder 2">
            <a:extLst>
              <a:ext uri="{FF2B5EF4-FFF2-40B4-BE49-F238E27FC236}">
                <a16:creationId xmlns:a16="http://schemas.microsoft.com/office/drawing/2014/main" id="{CD177FCD-45BA-954C-2E4E-D7F10450AA84}"/>
              </a:ext>
            </a:extLst>
          </p:cNvPr>
          <p:cNvSpPr>
            <a:spLocks noGrp="1"/>
          </p:cNvSpPr>
          <p:nvPr>
            <p:ph idx="1"/>
          </p:nvPr>
        </p:nvSpPr>
        <p:spPr/>
        <p:txBody>
          <a:bodyPr/>
          <a:lstStyle/>
          <a:p>
            <a:r>
              <a:rPr lang="en-SG" dirty="0"/>
              <a:t>Documentation is attempted to be in order but actual testing may not reflect the same sequence. It is up to user to determine what sequence of steps to take to perform testing and simulations.</a:t>
            </a:r>
          </a:p>
        </p:txBody>
      </p:sp>
    </p:spTree>
    <p:extLst>
      <p:ext uri="{BB962C8B-B14F-4D97-AF65-F5344CB8AC3E}">
        <p14:creationId xmlns:p14="http://schemas.microsoft.com/office/powerpoint/2010/main" val="3352832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BB630-5678-B5B3-B75E-B1B696B3B9EF}"/>
              </a:ext>
            </a:extLst>
          </p:cNvPr>
          <p:cNvSpPr>
            <a:spLocks noGrp="1"/>
          </p:cNvSpPr>
          <p:nvPr>
            <p:ph type="title"/>
          </p:nvPr>
        </p:nvSpPr>
        <p:spPr/>
        <p:txBody>
          <a:bodyPr/>
          <a:lstStyle/>
          <a:p>
            <a:r>
              <a:rPr lang="en-SG" dirty="0"/>
              <a:t>Open REALVNC Viewer and connect to HMI</a:t>
            </a:r>
          </a:p>
        </p:txBody>
      </p:sp>
      <p:sp>
        <p:nvSpPr>
          <p:cNvPr id="3" name="Content Placeholder 2">
            <a:extLst>
              <a:ext uri="{FF2B5EF4-FFF2-40B4-BE49-F238E27FC236}">
                <a16:creationId xmlns:a16="http://schemas.microsoft.com/office/drawing/2014/main" id="{C3B7CEF0-AFCA-A05F-E9E3-DA2364648D99}"/>
              </a:ext>
            </a:extLst>
          </p:cNvPr>
          <p:cNvSpPr>
            <a:spLocks noGrp="1"/>
          </p:cNvSpPr>
          <p:nvPr>
            <p:ph idx="1"/>
          </p:nvPr>
        </p:nvSpPr>
        <p:spPr/>
        <p:txBody>
          <a:bodyPr/>
          <a:lstStyle/>
          <a:p>
            <a:endParaRPr lang="en-SG"/>
          </a:p>
        </p:txBody>
      </p:sp>
      <p:pic>
        <p:nvPicPr>
          <p:cNvPr id="5" name="Picture 4">
            <a:extLst>
              <a:ext uri="{FF2B5EF4-FFF2-40B4-BE49-F238E27FC236}">
                <a16:creationId xmlns:a16="http://schemas.microsoft.com/office/drawing/2014/main" id="{7FE4BF6E-178F-DCBA-CAEC-C652203FBE7E}"/>
              </a:ext>
            </a:extLst>
          </p:cNvPr>
          <p:cNvPicPr>
            <a:picLocks noChangeAspect="1"/>
          </p:cNvPicPr>
          <p:nvPr/>
        </p:nvPicPr>
        <p:blipFill>
          <a:blip r:embed="rId2"/>
          <a:stretch>
            <a:fillRect/>
          </a:stretch>
        </p:blipFill>
        <p:spPr>
          <a:xfrm>
            <a:off x="2732314" y="1690688"/>
            <a:ext cx="7138908" cy="5167312"/>
          </a:xfrm>
          <a:prstGeom prst="rect">
            <a:avLst/>
          </a:prstGeom>
        </p:spPr>
      </p:pic>
      <p:sp>
        <p:nvSpPr>
          <p:cNvPr id="6" name="Rectangle 5">
            <a:extLst>
              <a:ext uri="{FF2B5EF4-FFF2-40B4-BE49-F238E27FC236}">
                <a16:creationId xmlns:a16="http://schemas.microsoft.com/office/drawing/2014/main" id="{471730B3-65C5-B15A-6953-41476FA39F65}"/>
              </a:ext>
            </a:extLst>
          </p:cNvPr>
          <p:cNvSpPr/>
          <p:nvPr/>
        </p:nvSpPr>
        <p:spPr>
          <a:xfrm>
            <a:off x="5833872" y="2524623"/>
            <a:ext cx="1082068" cy="9832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TextBox 6">
            <a:extLst>
              <a:ext uri="{FF2B5EF4-FFF2-40B4-BE49-F238E27FC236}">
                <a16:creationId xmlns:a16="http://schemas.microsoft.com/office/drawing/2014/main" id="{85B63C42-84B8-3C0B-FE8C-9893B5495909}"/>
              </a:ext>
            </a:extLst>
          </p:cNvPr>
          <p:cNvSpPr txBox="1"/>
          <p:nvPr/>
        </p:nvSpPr>
        <p:spPr>
          <a:xfrm>
            <a:off x="5822410" y="3578811"/>
            <a:ext cx="3889367" cy="646331"/>
          </a:xfrm>
          <a:prstGeom prst="rect">
            <a:avLst/>
          </a:prstGeom>
          <a:noFill/>
        </p:spPr>
        <p:txBody>
          <a:bodyPr wrap="square" rtlCol="0">
            <a:spAutoFit/>
          </a:bodyPr>
          <a:lstStyle/>
          <a:p>
            <a:r>
              <a:rPr lang="en-SG" dirty="0">
                <a:solidFill>
                  <a:srgbClr val="FF0000"/>
                </a:solidFill>
              </a:rPr>
              <a:t>Connect to 192.168.250.33 (Current HMI Address)</a:t>
            </a:r>
          </a:p>
        </p:txBody>
      </p:sp>
    </p:spTree>
    <p:extLst>
      <p:ext uri="{BB962C8B-B14F-4D97-AF65-F5344CB8AC3E}">
        <p14:creationId xmlns:p14="http://schemas.microsoft.com/office/powerpoint/2010/main" val="131930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D66E2-E60F-F96E-14DC-1F0A38B148B4}"/>
              </a:ext>
            </a:extLst>
          </p:cNvPr>
          <p:cNvSpPr>
            <a:spLocks noGrp="1"/>
          </p:cNvSpPr>
          <p:nvPr>
            <p:ph type="title"/>
          </p:nvPr>
        </p:nvSpPr>
        <p:spPr/>
        <p:txBody>
          <a:bodyPr/>
          <a:lstStyle/>
          <a:p>
            <a:endParaRPr lang="en-SG"/>
          </a:p>
        </p:txBody>
      </p:sp>
      <p:sp>
        <p:nvSpPr>
          <p:cNvPr id="3" name="Content Placeholder 2">
            <a:extLst>
              <a:ext uri="{FF2B5EF4-FFF2-40B4-BE49-F238E27FC236}">
                <a16:creationId xmlns:a16="http://schemas.microsoft.com/office/drawing/2014/main" id="{B7E1E4A4-74C4-A225-8533-930727D61165}"/>
              </a:ext>
            </a:extLst>
          </p:cNvPr>
          <p:cNvSpPr>
            <a:spLocks noGrp="1"/>
          </p:cNvSpPr>
          <p:nvPr>
            <p:ph idx="1"/>
          </p:nvPr>
        </p:nvSpPr>
        <p:spPr/>
        <p:txBody>
          <a:bodyPr/>
          <a:lstStyle/>
          <a:p>
            <a:endParaRPr lang="en-SG"/>
          </a:p>
        </p:txBody>
      </p:sp>
      <p:pic>
        <p:nvPicPr>
          <p:cNvPr id="5" name="Picture 4">
            <a:extLst>
              <a:ext uri="{FF2B5EF4-FFF2-40B4-BE49-F238E27FC236}">
                <a16:creationId xmlns:a16="http://schemas.microsoft.com/office/drawing/2014/main" id="{CC3BFE3C-0927-CDBF-D224-C21917820D41}"/>
              </a:ext>
            </a:extLst>
          </p:cNvPr>
          <p:cNvPicPr>
            <a:picLocks noChangeAspect="1"/>
          </p:cNvPicPr>
          <p:nvPr/>
        </p:nvPicPr>
        <p:blipFill>
          <a:blip r:embed="rId2"/>
          <a:stretch>
            <a:fillRect/>
          </a:stretch>
        </p:blipFill>
        <p:spPr>
          <a:xfrm>
            <a:off x="530968" y="0"/>
            <a:ext cx="11661032" cy="6858000"/>
          </a:xfrm>
          <a:prstGeom prst="rect">
            <a:avLst/>
          </a:prstGeom>
        </p:spPr>
      </p:pic>
      <p:sp>
        <p:nvSpPr>
          <p:cNvPr id="6" name="Rectangle 5">
            <a:extLst>
              <a:ext uri="{FF2B5EF4-FFF2-40B4-BE49-F238E27FC236}">
                <a16:creationId xmlns:a16="http://schemas.microsoft.com/office/drawing/2014/main" id="{A9C84DA4-F60D-A9B0-25C2-F7C71E6320CF}"/>
              </a:ext>
            </a:extLst>
          </p:cNvPr>
          <p:cNvSpPr/>
          <p:nvPr/>
        </p:nvSpPr>
        <p:spPr>
          <a:xfrm>
            <a:off x="1061869" y="833494"/>
            <a:ext cx="668960" cy="44013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TextBox 6">
            <a:extLst>
              <a:ext uri="{FF2B5EF4-FFF2-40B4-BE49-F238E27FC236}">
                <a16:creationId xmlns:a16="http://schemas.microsoft.com/office/drawing/2014/main" id="{570276D5-F8C5-9D93-FC53-DDD2077749CE}"/>
              </a:ext>
            </a:extLst>
          </p:cNvPr>
          <p:cNvSpPr txBox="1"/>
          <p:nvPr/>
        </p:nvSpPr>
        <p:spPr>
          <a:xfrm>
            <a:off x="1730829" y="350299"/>
            <a:ext cx="2276239" cy="923330"/>
          </a:xfrm>
          <a:prstGeom prst="rect">
            <a:avLst/>
          </a:prstGeom>
          <a:noFill/>
        </p:spPr>
        <p:txBody>
          <a:bodyPr wrap="square" rtlCol="0">
            <a:spAutoFit/>
          </a:bodyPr>
          <a:lstStyle/>
          <a:p>
            <a:r>
              <a:rPr lang="en-SG" dirty="0">
                <a:solidFill>
                  <a:srgbClr val="FF0000"/>
                </a:solidFill>
              </a:rPr>
              <a:t>Login</a:t>
            </a:r>
          </a:p>
          <a:p>
            <a:r>
              <a:rPr lang="en-SG" dirty="0">
                <a:solidFill>
                  <a:srgbClr val="FF0000"/>
                </a:solidFill>
              </a:rPr>
              <a:t>Username: </a:t>
            </a:r>
            <a:r>
              <a:rPr lang="en-SG" dirty="0" err="1">
                <a:solidFill>
                  <a:srgbClr val="FF0000"/>
                </a:solidFill>
              </a:rPr>
              <a:t>omron</a:t>
            </a:r>
            <a:endParaRPr lang="en-SG" dirty="0">
              <a:solidFill>
                <a:srgbClr val="FF0000"/>
              </a:solidFill>
            </a:endParaRPr>
          </a:p>
          <a:p>
            <a:r>
              <a:rPr lang="en-SG" dirty="0">
                <a:solidFill>
                  <a:srgbClr val="FF0000"/>
                </a:solidFill>
              </a:rPr>
              <a:t>Password: 11111111</a:t>
            </a:r>
          </a:p>
        </p:txBody>
      </p:sp>
    </p:spTree>
    <p:extLst>
      <p:ext uri="{BB962C8B-B14F-4D97-AF65-F5344CB8AC3E}">
        <p14:creationId xmlns:p14="http://schemas.microsoft.com/office/powerpoint/2010/main" val="4138438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3B7FE-9F60-4B59-5B1D-9513FDD696C0}"/>
              </a:ext>
            </a:extLst>
          </p:cNvPr>
          <p:cNvSpPr>
            <a:spLocks noGrp="1"/>
          </p:cNvSpPr>
          <p:nvPr>
            <p:ph type="title"/>
          </p:nvPr>
        </p:nvSpPr>
        <p:spPr/>
        <p:txBody>
          <a:bodyPr/>
          <a:lstStyle/>
          <a:p>
            <a:endParaRPr lang="en-SG"/>
          </a:p>
        </p:txBody>
      </p:sp>
      <p:sp>
        <p:nvSpPr>
          <p:cNvPr id="3" name="Content Placeholder 2">
            <a:extLst>
              <a:ext uri="{FF2B5EF4-FFF2-40B4-BE49-F238E27FC236}">
                <a16:creationId xmlns:a16="http://schemas.microsoft.com/office/drawing/2014/main" id="{BE7EE39E-CDFC-1B7B-A2CD-02565D873665}"/>
              </a:ext>
            </a:extLst>
          </p:cNvPr>
          <p:cNvSpPr>
            <a:spLocks noGrp="1"/>
          </p:cNvSpPr>
          <p:nvPr>
            <p:ph idx="1"/>
          </p:nvPr>
        </p:nvSpPr>
        <p:spPr/>
        <p:txBody>
          <a:bodyPr/>
          <a:lstStyle/>
          <a:p>
            <a:endParaRPr lang="en-SG"/>
          </a:p>
        </p:txBody>
      </p:sp>
      <p:pic>
        <p:nvPicPr>
          <p:cNvPr id="5" name="Picture 4">
            <a:extLst>
              <a:ext uri="{FF2B5EF4-FFF2-40B4-BE49-F238E27FC236}">
                <a16:creationId xmlns:a16="http://schemas.microsoft.com/office/drawing/2014/main" id="{71C89A72-A4C6-F557-EFF0-0B8F0DC24EC5}"/>
              </a:ext>
            </a:extLst>
          </p:cNvPr>
          <p:cNvPicPr>
            <a:picLocks noChangeAspect="1"/>
          </p:cNvPicPr>
          <p:nvPr/>
        </p:nvPicPr>
        <p:blipFill>
          <a:blip r:embed="rId2"/>
          <a:stretch>
            <a:fillRect/>
          </a:stretch>
        </p:blipFill>
        <p:spPr>
          <a:xfrm>
            <a:off x="510255" y="0"/>
            <a:ext cx="11681745" cy="6858000"/>
          </a:xfrm>
          <a:prstGeom prst="rect">
            <a:avLst/>
          </a:prstGeom>
        </p:spPr>
      </p:pic>
      <p:sp>
        <p:nvSpPr>
          <p:cNvPr id="7" name="Rectangle 6">
            <a:extLst>
              <a:ext uri="{FF2B5EF4-FFF2-40B4-BE49-F238E27FC236}">
                <a16:creationId xmlns:a16="http://schemas.microsoft.com/office/drawing/2014/main" id="{C772E58C-4AB6-3DE6-468D-96A2304C07AA}"/>
              </a:ext>
            </a:extLst>
          </p:cNvPr>
          <p:cNvSpPr/>
          <p:nvPr/>
        </p:nvSpPr>
        <p:spPr>
          <a:xfrm>
            <a:off x="1325880" y="5669280"/>
            <a:ext cx="1060703" cy="38265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TextBox 7">
            <a:extLst>
              <a:ext uri="{FF2B5EF4-FFF2-40B4-BE49-F238E27FC236}">
                <a16:creationId xmlns:a16="http://schemas.microsoft.com/office/drawing/2014/main" id="{B2935597-B433-CA9F-E840-50E8B5DD923C}"/>
              </a:ext>
            </a:extLst>
          </p:cNvPr>
          <p:cNvSpPr txBox="1"/>
          <p:nvPr/>
        </p:nvSpPr>
        <p:spPr>
          <a:xfrm>
            <a:off x="1014984" y="5022949"/>
            <a:ext cx="1645920" cy="646331"/>
          </a:xfrm>
          <a:prstGeom prst="rect">
            <a:avLst/>
          </a:prstGeom>
          <a:noFill/>
        </p:spPr>
        <p:txBody>
          <a:bodyPr wrap="square" rtlCol="0">
            <a:spAutoFit/>
          </a:bodyPr>
          <a:lstStyle/>
          <a:p>
            <a:r>
              <a:rPr lang="en-SG" dirty="0">
                <a:solidFill>
                  <a:srgbClr val="FF0000"/>
                </a:solidFill>
              </a:rPr>
              <a:t>Select to Restart Zone</a:t>
            </a:r>
          </a:p>
        </p:txBody>
      </p:sp>
      <p:cxnSp>
        <p:nvCxnSpPr>
          <p:cNvPr id="9" name="Straight Arrow Connector 8">
            <a:extLst>
              <a:ext uri="{FF2B5EF4-FFF2-40B4-BE49-F238E27FC236}">
                <a16:creationId xmlns:a16="http://schemas.microsoft.com/office/drawing/2014/main" id="{C380D100-5F42-D618-3203-996CEE57666B}"/>
              </a:ext>
            </a:extLst>
          </p:cNvPr>
          <p:cNvCxnSpPr>
            <a:cxnSpLocks/>
          </p:cNvCxnSpPr>
          <p:nvPr/>
        </p:nvCxnSpPr>
        <p:spPr>
          <a:xfrm flipH="1" flipV="1">
            <a:off x="2011680" y="1690688"/>
            <a:ext cx="146304" cy="3655426"/>
          </a:xfrm>
          <a:prstGeom prst="straightConnector1">
            <a:avLst/>
          </a:prstGeom>
          <a:ln w="190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9C178A03-C664-FA97-8D07-F4F6B95A56EB}"/>
              </a:ext>
            </a:extLst>
          </p:cNvPr>
          <p:cNvSpPr/>
          <p:nvPr/>
        </p:nvSpPr>
        <p:spPr>
          <a:xfrm>
            <a:off x="1920240" y="1397246"/>
            <a:ext cx="219456" cy="27746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TextBox 13">
            <a:extLst>
              <a:ext uri="{FF2B5EF4-FFF2-40B4-BE49-F238E27FC236}">
                <a16:creationId xmlns:a16="http://schemas.microsoft.com/office/drawing/2014/main" id="{081D8234-CF6C-38C6-9818-4CD460824C71}"/>
              </a:ext>
            </a:extLst>
          </p:cNvPr>
          <p:cNvSpPr txBox="1"/>
          <p:nvPr/>
        </p:nvSpPr>
        <p:spPr>
          <a:xfrm>
            <a:off x="2103119" y="1224209"/>
            <a:ext cx="1173480" cy="646331"/>
          </a:xfrm>
          <a:prstGeom prst="rect">
            <a:avLst/>
          </a:prstGeom>
          <a:noFill/>
        </p:spPr>
        <p:txBody>
          <a:bodyPr wrap="square" rtlCol="0">
            <a:spAutoFit/>
          </a:bodyPr>
          <a:lstStyle/>
          <a:p>
            <a:r>
              <a:rPr lang="en-SG" dirty="0">
                <a:solidFill>
                  <a:srgbClr val="FF0000"/>
                </a:solidFill>
              </a:rPr>
              <a:t>Currently in Zone 1</a:t>
            </a:r>
          </a:p>
        </p:txBody>
      </p:sp>
    </p:spTree>
    <p:extLst>
      <p:ext uri="{BB962C8B-B14F-4D97-AF65-F5344CB8AC3E}">
        <p14:creationId xmlns:p14="http://schemas.microsoft.com/office/powerpoint/2010/main" val="2620999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3754B-49E7-126D-9FBA-71873655FE86}"/>
              </a:ext>
            </a:extLst>
          </p:cNvPr>
          <p:cNvSpPr>
            <a:spLocks noGrp="1"/>
          </p:cNvSpPr>
          <p:nvPr>
            <p:ph type="title"/>
          </p:nvPr>
        </p:nvSpPr>
        <p:spPr/>
        <p:txBody>
          <a:bodyPr/>
          <a:lstStyle/>
          <a:p>
            <a:endParaRPr lang="en-SG"/>
          </a:p>
        </p:txBody>
      </p:sp>
      <p:sp>
        <p:nvSpPr>
          <p:cNvPr id="3" name="Content Placeholder 2">
            <a:extLst>
              <a:ext uri="{FF2B5EF4-FFF2-40B4-BE49-F238E27FC236}">
                <a16:creationId xmlns:a16="http://schemas.microsoft.com/office/drawing/2014/main" id="{D65C7F1D-8882-91D8-2DB3-6E15BAECA5A6}"/>
              </a:ext>
            </a:extLst>
          </p:cNvPr>
          <p:cNvSpPr>
            <a:spLocks noGrp="1"/>
          </p:cNvSpPr>
          <p:nvPr>
            <p:ph idx="1"/>
          </p:nvPr>
        </p:nvSpPr>
        <p:spPr/>
        <p:txBody>
          <a:bodyPr/>
          <a:lstStyle/>
          <a:p>
            <a:endParaRPr lang="en-SG"/>
          </a:p>
        </p:txBody>
      </p:sp>
      <p:pic>
        <p:nvPicPr>
          <p:cNvPr id="5" name="Picture 4">
            <a:extLst>
              <a:ext uri="{FF2B5EF4-FFF2-40B4-BE49-F238E27FC236}">
                <a16:creationId xmlns:a16="http://schemas.microsoft.com/office/drawing/2014/main" id="{ED756D90-64F3-7975-8333-2E312D042E9E}"/>
              </a:ext>
            </a:extLst>
          </p:cNvPr>
          <p:cNvPicPr>
            <a:picLocks noChangeAspect="1"/>
          </p:cNvPicPr>
          <p:nvPr/>
        </p:nvPicPr>
        <p:blipFill>
          <a:blip r:embed="rId2"/>
          <a:stretch>
            <a:fillRect/>
          </a:stretch>
        </p:blipFill>
        <p:spPr>
          <a:xfrm>
            <a:off x="479050" y="0"/>
            <a:ext cx="11712950" cy="6858000"/>
          </a:xfrm>
          <a:prstGeom prst="rect">
            <a:avLst/>
          </a:prstGeom>
        </p:spPr>
      </p:pic>
      <p:sp>
        <p:nvSpPr>
          <p:cNvPr id="6" name="Rectangle 5">
            <a:extLst>
              <a:ext uri="{FF2B5EF4-FFF2-40B4-BE49-F238E27FC236}">
                <a16:creationId xmlns:a16="http://schemas.microsoft.com/office/drawing/2014/main" id="{87E75939-89EF-B5B7-0586-38F87CD21572}"/>
              </a:ext>
            </a:extLst>
          </p:cNvPr>
          <p:cNvSpPr/>
          <p:nvPr/>
        </p:nvSpPr>
        <p:spPr>
          <a:xfrm>
            <a:off x="1316736" y="5184648"/>
            <a:ext cx="1060703" cy="38265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TextBox 6">
            <a:extLst>
              <a:ext uri="{FF2B5EF4-FFF2-40B4-BE49-F238E27FC236}">
                <a16:creationId xmlns:a16="http://schemas.microsoft.com/office/drawing/2014/main" id="{87D33882-8B68-2708-916F-01228B506915}"/>
              </a:ext>
            </a:extLst>
          </p:cNvPr>
          <p:cNvSpPr txBox="1"/>
          <p:nvPr/>
        </p:nvSpPr>
        <p:spPr>
          <a:xfrm>
            <a:off x="960120" y="4574991"/>
            <a:ext cx="1911096" cy="646331"/>
          </a:xfrm>
          <a:prstGeom prst="rect">
            <a:avLst/>
          </a:prstGeom>
          <a:noFill/>
        </p:spPr>
        <p:txBody>
          <a:bodyPr wrap="square" rtlCol="0">
            <a:spAutoFit/>
          </a:bodyPr>
          <a:lstStyle/>
          <a:p>
            <a:r>
              <a:rPr lang="en-SG" dirty="0">
                <a:solidFill>
                  <a:srgbClr val="FF0000"/>
                </a:solidFill>
              </a:rPr>
              <a:t>Select to confirm Restart Zone</a:t>
            </a:r>
          </a:p>
        </p:txBody>
      </p:sp>
    </p:spTree>
    <p:extLst>
      <p:ext uri="{BB962C8B-B14F-4D97-AF65-F5344CB8AC3E}">
        <p14:creationId xmlns:p14="http://schemas.microsoft.com/office/powerpoint/2010/main" val="3622926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9B1BEBB3-C8E8-6C65-E90D-C922E82CD772}"/>
              </a:ext>
            </a:extLst>
          </p:cNvPr>
          <p:cNvPicPr>
            <a:picLocks noChangeAspect="1"/>
          </p:cNvPicPr>
          <p:nvPr/>
        </p:nvPicPr>
        <p:blipFill>
          <a:blip r:embed="rId2"/>
          <a:stretch>
            <a:fillRect/>
          </a:stretch>
        </p:blipFill>
        <p:spPr>
          <a:xfrm>
            <a:off x="510255" y="9525"/>
            <a:ext cx="11681745" cy="6858000"/>
          </a:xfrm>
          <a:prstGeom prst="rect">
            <a:avLst/>
          </a:prstGeom>
        </p:spPr>
      </p:pic>
      <p:sp>
        <p:nvSpPr>
          <p:cNvPr id="7" name="Rectangle 6">
            <a:extLst>
              <a:ext uri="{FF2B5EF4-FFF2-40B4-BE49-F238E27FC236}">
                <a16:creationId xmlns:a16="http://schemas.microsoft.com/office/drawing/2014/main" id="{3CB186D7-4B77-592E-EA25-E76C97033C48}"/>
              </a:ext>
            </a:extLst>
          </p:cNvPr>
          <p:cNvSpPr/>
          <p:nvPr/>
        </p:nvSpPr>
        <p:spPr>
          <a:xfrm>
            <a:off x="2749154" y="4105656"/>
            <a:ext cx="901192" cy="62218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7" name="TextBox 36">
            <a:extLst>
              <a:ext uri="{FF2B5EF4-FFF2-40B4-BE49-F238E27FC236}">
                <a16:creationId xmlns:a16="http://schemas.microsoft.com/office/drawing/2014/main" id="{6BEF045E-FDBB-D98D-BE39-18B83FDB9A35}"/>
              </a:ext>
            </a:extLst>
          </p:cNvPr>
          <p:cNvSpPr txBox="1"/>
          <p:nvPr/>
        </p:nvSpPr>
        <p:spPr>
          <a:xfrm>
            <a:off x="1413043" y="4672980"/>
            <a:ext cx="5582117" cy="369332"/>
          </a:xfrm>
          <a:prstGeom prst="rect">
            <a:avLst/>
          </a:prstGeom>
          <a:noFill/>
        </p:spPr>
        <p:txBody>
          <a:bodyPr wrap="square" rtlCol="0">
            <a:spAutoFit/>
          </a:bodyPr>
          <a:lstStyle/>
          <a:p>
            <a:pPr marL="342900" indent="-342900">
              <a:buAutoNum type="arabicPeriod"/>
            </a:pPr>
            <a:r>
              <a:rPr lang="en-SG" dirty="0">
                <a:solidFill>
                  <a:srgbClr val="FF0000"/>
                </a:solidFill>
              </a:rPr>
              <a:t>Toggle to trigger ERACK Slot for testing  EV/PDUV_E</a:t>
            </a:r>
          </a:p>
        </p:txBody>
      </p:sp>
      <p:sp>
        <p:nvSpPr>
          <p:cNvPr id="38" name="Rectangle 37">
            <a:extLst>
              <a:ext uri="{FF2B5EF4-FFF2-40B4-BE49-F238E27FC236}">
                <a16:creationId xmlns:a16="http://schemas.microsoft.com/office/drawing/2014/main" id="{0BF5C61E-529F-3089-E606-4209C2C1693B}"/>
              </a:ext>
            </a:extLst>
          </p:cNvPr>
          <p:cNvSpPr/>
          <p:nvPr/>
        </p:nvSpPr>
        <p:spPr>
          <a:xfrm>
            <a:off x="4810760" y="2200656"/>
            <a:ext cx="282448" cy="27736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9" name="TextBox 38">
            <a:extLst>
              <a:ext uri="{FF2B5EF4-FFF2-40B4-BE49-F238E27FC236}">
                <a16:creationId xmlns:a16="http://schemas.microsoft.com/office/drawing/2014/main" id="{7D97FC57-FFDD-D968-F4C9-72F3F39DDCCF}"/>
              </a:ext>
            </a:extLst>
          </p:cNvPr>
          <p:cNvSpPr txBox="1"/>
          <p:nvPr/>
        </p:nvSpPr>
        <p:spPr>
          <a:xfrm>
            <a:off x="4611482" y="1228280"/>
            <a:ext cx="7229998" cy="369332"/>
          </a:xfrm>
          <a:prstGeom prst="rect">
            <a:avLst/>
          </a:prstGeom>
          <a:noFill/>
        </p:spPr>
        <p:txBody>
          <a:bodyPr wrap="square" rtlCol="0">
            <a:spAutoFit/>
          </a:bodyPr>
          <a:lstStyle/>
          <a:p>
            <a:r>
              <a:rPr lang="en-SG" dirty="0">
                <a:solidFill>
                  <a:srgbClr val="FF0000"/>
                </a:solidFill>
              </a:rPr>
              <a:t>2. Toggle to trigger specific ERACK Slot e.g. 3 ERACK slots are triggered</a:t>
            </a:r>
          </a:p>
        </p:txBody>
      </p:sp>
      <p:cxnSp>
        <p:nvCxnSpPr>
          <p:cNvPr id="40" name="Straight Arrow Connector 39">
            <a:extLst>
              <a:ext uri="{FF2B5EF4-FFF2-40B4-BE49-F238E27FC236}">
                <a16:creationId xmlns:a16="http://schemas.microsoft.com/office/drawing/2014/main" id="{506E182F-A2CD-1031-CF5E-64FB304EAA86}"/>
              </a:ext>
            </a:extLst>
          </p:cNvPr>
          <p:cNvCxnSpPr>
            <a:cxnSpLocks/>
          </p:cNvCxnSpPr>
          <p:nvPr/>
        </p:nvCxnSpPr>
        <p:spPr>
          <a:xfrm flipH="1">
            <a:off x="5093208" y="1597612"/>
            <a:ext cx="109728" cy="532544"/>
          </a:xfrm>
          <a:prstGeom prst="straightConnector1">
            <a:avLst/>
          </a:prstGeom>
          <a:ln w="190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5" name="Rectangle 44">
            <a:extLst>
              <a:ext uri="{FF2B5EF4-FFF2-40B4-BE49-F238E27FC236}">
                <a16:creationId xmlns:a16="http://schemas.microsoft.com/office/drawing/2014/main" id="{C1A41C95-E827-1E70-39CA-7C0381A40C57}"/>
              </a:ext>
            </a:extLst>
          </p:cNvPr>
          <p:cNvSpPr/>
          <p:nvPr/>
        </p:nvSpPr>
        <p:spPr>
          <a:xfrm>
            <a:off x="3509122" y="2967020"/>
            <a:ext cx="282448" cy="27736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6" name="Rectangle 45">
            <a:extLst>
              <a:ext uri="{FF2B5EF4-FFF2-40B4-BE49-F238E27FC236}">
                <a16:creationId xmlns:a16="http://schemas.microsoft.com/office/drawing/2014/main" id="{0422BD31-EAD0-B005-D9F0-A4A5A8DBC7FD}"/>
              </a:ext>
            </a:extLst>
          </p:cNvPr>
          <p:cNvSpPr/>
          <p:nvPr/>
        </p:nvSpPr>
        <p:spPr>
          <a:xfrm>
            <a:off x="6105144" y="3669792"/>
            <a:ext cx="282448" cy="27736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49" name="Straight Arrow Connector 48">
            <a:extLst>
              <a:ext uri="{FF2B5EF4-FFF2-40B4-BE49-F238E27FC236}">
                <a16:creationId xmlns:a16="http://schemas.microsoft.com/office/drawing/2014/main" id="{57710A9E-9BCB-54D7-0073-9E7C3B222ED3}"/>
              </a:ext>
            </a:extLst>
          </p:cNvPr>
          <p:cNvCxnSpPr>
            <a:cxnSpLocks/>
          </p:cNvCxnSpPr>
          <p:nvPr/>
        </p:nvCxnSpPr>
        <p:spPr>
          <a:xfrm flipH="1">
            <a:off x="3791570" y="1592184"/>
            <a:ext cx="819912" cy="1304272"/>
          </a:xfrm>
          <a:prstGeom prst="straightConnector1">
            <a:avLst/>
          </a:prstGeom>
          <a:ln w="190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AD1E8081-D877-151D-22F2-54FF75E95E00}"/>
              </a:ext>
            </a:extLst>
          </p:cNvPr>
          <p:cNvCxnSpPr>
            <a:cxnSpLocks/>
          </p:cNvCxnSpPr>
          <p:nvPr/>
        </p:nvCxnSpPr>
        <p:spPr>
          <a:xfrm flipH="1">
            <a:off x="6455664" y="1580091"/>
            <a:ext cx="680649" cy="2013501"/>
          </a:xfrm>
          <a:prstGeom prst="straightConnector1">
            <a:avLst/>
          </a:prstGeom>
          <a:ln w="190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22FCBD41-7CEF-A5FC-0895-AC7173E83435}"/>
              </a:ext>
            </a:extLst>
          </p:cNvPr>
          <p:cNvSpPr txBox="1"/>
          <p:nvPr/>
        </p:nvSpPr>
        <p:spPr>
          <a:xfrm>
            <a:off x="1413043" y="4980700"/>
            <a:ext cx="4474606" cy="369332"/>
          </a:xfrm>
          <a:prstGeom prst="rect">
            <a:avLst/>
          </a:prstGeom>
          <a:noFill/>
        </p:spPr>
        <p:txBody>
          <a:bodyPr wrap="square" rtlCol="0">
            <a:spAutoFit/>
          </a:bodyPr>
          <a:lstStyle/>
          <a:p>
            <a:r>
              <a:rPr lang="en-SG" dirty="0">
                <a:solidFill>
                  <a:srgbClr val="FF0000"/>
                </a:solidFill>
              </a:rPr>
              <a:t>3.   Toggle again when finished</a:t>
            </a:r>
          </a:p>
        </p:txBody>
      </p:sp>
    </p:spTree>
    <p:extLst>
      <p:ext uri="{BB962C8B-B14F-4D97-AF65-F5344CB8AC3E}">
        <p14:creationId xmlns:p14="http://schemas.microsoft.com/office/powerpoint/2010/main" val="4060858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277EC-308A-E615-7D75-D65C5BDB14F0}"/>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0DD50497-3A8A-AA4D-14B2-061119F011B6}"/>
              </a:ext>
            </a:extLst>
          </p:cNvPr>
          <p:cNvPicPr>
            <a:picLocks noChangeAspect="1"/>
          </p:cNvPicPr>
          <p:nvPr/>
        </p:nvPicPr>
        <p:blipFill>
          <a:blip r:embed="rId2"/>
          <a:stretch>
            <a:fillRect/>
          </a:stretch>
        </p:blipFill>
        <p:spPr>
          <a:xfrm>
            <a:off x="506284" y="0"/>
            <a:ext cx="11685716" cy="6872517"/>
          </a:xfrm>
          <a:prstGeom prst="rect">
            <a:avLst/>
          </a:prstGeom>
        </p:spPr>
      </p:pic>
      <p:sp>
        <p:nvSpPr>
          <p:cNvPr id="8" name="TextBox 7">
            <a:extLst>
              <a:ext uri="{FF2B5EF4-FFF2-40B4-BE49-F238E27FC236}">
                <a16:creationId xmlns:a16="http://schemas.microsoft.com/office/drawing/2014/main" id="{6E0A54FB-28DC-5AFA-DAE0-51AAFF2B0B5D}"/>
              </a:ext>
            </a:extLst>
          </p:cNvPr>
          <p:cNvSpPr txBox="1"/>
          <p:nvPr/>
        </p:nvSpPr>
        <p:spPr>
          <a:xfrm>
            <a:off x="7609967" y="3114135"/>
            <a:ext cx="4153916" cy="369332"/>
          </a:xfrm>
          <a:prstGeom prst="rect">
            <a:avLst/>
          </a:prstGeom>
          <a:noFill/>
        </p:spPr>
        <p:txBody>
          <a:bodyPr wrap="square" rtlCol="0">
            <a:spAutoFit/>
          </a:bodyPr>
          <a:lstStyle/>
          <a:p>
            <a:r>
              <a:rPr lang="en-SG" dirty="0">
                <a:solidFill>
                  <a:srgbClr val="FF0000"/>
                </a:solidFill>
              </a:rPr>
              <a:t>Toggle to enable Tool(s) for PDUV jobs</a:t>
            </a:r>
          </a:p>
        </p:txBody>
      </p:sp>
      <p:sp>
        <p:nvSpPr>
          <p:cNvPr id="9" name="Rectangle 8">
            <a:extLst>
              <a:ext uri="{FF2B5EF4-FFF2-40B4-BE49-F238E27FC236}">
                <a16:creationId xmlns:a16="http://schemas.microsoft.com/office/drawing/2014/main" id="{A7B86B77-47B4-C9AC-9ECF-53E30FCDC137}"/>
              </a:ext>
            </a:extLst>
          </p:cNvPr>
          <p:cNvSpPr/>
          <p:nvPr/>
        </p:nvSpPr>
        <p:spPr>
          <a:xfrm>
            <a:off x="9686925" y="1779460"/>
            <a:ext cx="393191" cy="3693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Rectangle 11">
            <a:extLst>
              <a:ext uri="{FF2B5EF4-FFF2-40B4-BE49-F238E27FC236}">
                <a16:creationId xmlns:a16="http://schemas.microsoft.com/office/drawing/2014/main" id="{6E59F4B8-ADE2-BE2C-C314-4FD186657416}"/>
              </a:ext>
            </a:extLst>
          </p:cNvPr>
          <p:cNvSpPr/>
          <p:nvPr/>
        </p:nvSpPr>
        <p:spPr>
          <a:xfrm>
            <a:off x="11128756" y="5054251"/>
            <a:ext cx="434594" cy="47024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6" name="Straight Arrow Connector 15">
            <a:extLst>
              <a:ext uri="{FF2B5EF4-FFF2-40B4-BE49-F238E27FC236}">
                <a16:creationId xmlns:a16="http://schemas.microsoft.com/office/drawing/2014/main" id="{D2597644-EEAC-8E87-94F9-5026B7159533}"/>
              </a:ext>
            </a:extLst>
          </p:cNvPr>
          <p:cNvCxnSpPr>
            <a:cxnSpLocks/>
          </p:cNvCxnSpPr>
          <p:nvPr/>
        </p:nvCxnSpPr>
        <p:spPr>
          <a:xfrm flipV="1">
            <a:off x="9820656" y="2249424"/>
            <a:ext cx="62864" cy="810244"/>
          </a:xfrm>
          <a:prstGeom prst="straightConnector1">
            <a:avLst/>
          </a:prstGeom>
          <a:ln w="190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11998C30-7A53-8015-FA90-830A0C28146C}"/>
              </a:ext>
            </a:extLst>
          </p:cNvPr>
          <p:cNvCxnSpPr>
            <a:cxnSpLocks/>
          </p:cNvCxnSpPr>
          <p:nvPr/>
        </p:nvCxnSpPr>
        <p:spPr>
          <a:xfrm flipV="1">
            <a:off x="8383015" y="2249424"/>
            <a:ext cx="0" cy="824761"/>
          </a:xfrm>
          <a:prstGeom prst="straightConnector1">
            <a:avLst/>
          </a:prstGeom>
          <a:ln w="190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B270405A-28E7-04B4-71A7-9B2D0186BFD0}"/>
              </a:ext>
            </a:extLst>
          </p:cNvPr>
          <p:cNvCxnSpPr>
            <a:cxnSpLocks/>
          </p:cNvCxnSpPr>
          <p:nvPr/>
        </p:nvCxnSpPr>
        <p:spPr>
          <a:xfrm>
            <a:off x="9820656" y="3483467"/>
            <a:ext cx="1308100" cy="1488583"/>
          </a:xfrm>
          <a:prstGeom prst="straightConnector1">
            <a:avLst/>
          </a:prstGeom>
          <a:ln w="190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86A63CFE-96DC-5374-1E55-10BDCDAB372E}"/>
              </a:ext>
            </a:extLst>
          </p:cNvPr>
          <p:cNvSpPr/>
          <p:nvPr/>
        </p:nvSpPr>
        <p:spPr>
          <a:xfrm>
            <a:off x="8186420" y="1779460"/>
            <a:ext cx="393191" cy="3693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396104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9F6EB-3A4F-C670-C6FB-B1C493021C47}"/>
              </a:ext>
            </a:extLst>
          </p:cNvPr>
          <p:cNvSpPr>
            <a:spLocks noGrp="1"/>
          </p:cNvSpPr>
          <p:nvPr>
            <p:ph type="title"/>
          </p:nvPr>
        </p:nvSpPr>
        <p:spPr/>
        <p:txBody>
          <a:bodyPr/>
          <a:lstStyle/>
          <a:p>
            <a:endParaRPr lang="en-SG"/>
          </a:p>
        </p:txBody>
      </p:sp>
      <p:sp>
        <p:nvSpPr>
          <p:cNvPr id="3" name="Content Placeholder 2">
            <a:extLst>
              <a:ext uri="{FF2B5EF4-FFF2-40B4-BE49-F238E27FC236}">
                <a16:creationId xmlns:a16="http://schemas.microsoft.com/office/drawing/2014/main" id="{3C712549-9BDA-5302-AB39-48CB4821B62D}"/>
              </a:ext>
            </a:extLst>
          </p:cNvPr>
          <p:cNvSpPr>
            <a:spLocks noGrp="1"/>
          </p:cNvSpPr>
          <p:nvPr>
            <p:ph idx="1"/>
          </p:nvPr>
        </p:nvSpPr>
        <p:spPr/>
        <p:txBody>
          <a:bodyPr/>
          <a:lstStyle/>
          <a:p>
            <a:endParaRPr lang="en-SG"/>
          </a:p>
        </p:txBody>
      </p:sp>
      <p:pic>
        <p:nvPicPr>
          <p:cNvPr id="5" name="Picture 4">
            <a:extLst>
              <a:ext uri="{FF2B5EF4-FFF2-40B4-BE49-F238E27FC236}">
                <a16:creationId xmlns:a16="http://schemas.microsoft.com/office/drawing/2014/main" id="{118DE137-6711-B24B-743B-513DDD3EC6FB}"/>
              </a:ext>
            </a:extLst>
          </p:cNvPr>
          <p:cNvPicPr>
            <a:picLocks noChangeAspect="1"/>
          </p:cNvPicPr>
          <p:nvPr/>
        </p:nvPicPr>
        <p:blipFill>
          <a:blip r:embed="rId2"/>
          <a:stretch>
            <a:fillRect/>
          </a:stretch>
        </p:blipFill>
        <p:spPr>
          <a:xfrm>
            <a:off x="510255" y="0"/>
            <a:ext cx="11681745" cy="6858000"/>
          </a:xfrm>
          <a:prstGeom prst="rect">
            <a:avLst/>
          </a:prstGeom>
        </p:spPr>
      </p:pic>
      <p:sp>
        <p:nvSpPr>
          <p:cNvPr id="6" name="Rectangle 5">
            <a:extLst>
              <a:ext uri="{FF2B5EF4-FFF2-40B4-BE49-F238E27FC236}">
                <a16:creationId xmlns:a16="http://schemas.microsoft.com/office/drawing/2014/main" id="{8DE28845-ADB8-55DC-BE73-3E5B03356FA8}"/>
              </a:ext>
            </a:extLst>
          </p:cNvPr>
          <p:cNvSpPr/>
          <p:nvPr/>
        </p:nvSpPr>
        <p:spPr>
          <a:xfrm>
            <a:off x="9815195" y="4265485"/>
            <a:ext cx="1100455" cy="41129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TextBox 6">
            <a:extLst>
              <a:ext uri="{FF2B5EF4-FFF2-40B4-BE49-F238E27FC236}">
                <a16:creationId xmlns:a16="http://schemas.microsoft.com/office/drawing/2014/main" id="{1F0C9D96-E45F-22EE-E82D-0BBD2BB5F7A7}"/>
              </a:ext>
            </a:extLst>
          </p:cNvPr>
          <p:cNvSpPr txBox="1"/>
          <p:nvPr/>
        </p:nvSpPr>
        <p:spPr>
          <a:xfrm>
            <a:off x="8447006" y="5057537"/>
            <a:ext cx="3234739" cy="369332"/>
          </a:xfrm>
          <a:prstGeom prst="rect">
            <a:avLst/>
          </a:prstGeom>
          <a:noFill/>
        </p:spPr>
        <p:txBody>
          <a:bodyPr wrap="square" rtlCol="0">
            <a:spAutoFit/>
          </a:bodyPr>
          <a:lstStyle/>
          <a:p>
            <a:r>
              <a:rPr lang="en-SG" dirty="0">
                <a:solidFill>
                  <a:srgbClr val="FF0000"/>
                </a:solidFill>
              </a:rPr>
              <a:t>3. Toggle to set AIV AUTO mode</a:t>
            </a:r>
          </a:p>
        </p:txBody>
      </p:sp>
      <p:sp>
        <p:nvSpPr>
          <p:cNvPr id="8" name="Rectangle 7">
            <a:extLst>
              <a:ext uri="{FF2B5EF4-FFF2-40B4-BE49-F238E27FC236}">
                <a16:creationId xmlns:a16="http://schemas.microsoft.com/office/drawing/2014/main" id="{12564379-5F87-5C5D-C9D6-E8AED4D8B73F}"/>
              </a:ext>
            </a:extLst>
          </p:cNvPr>
          <p:cNvSpPr/>
          <p:nvPr/>
        </p:nvSpPr>
        <p:spPr>
          <a:xfrm>
            <a:off x="5986145" y="713970"/>
            <a:ext cx="1100455" cy="41129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TextBox 8">
            <a:extLst>
              <a:ext uri="{FF2B5EF4-FFF2-40B4-BE49-F238E27FC236}">
                <a16:creationId xmlns:a16="http://schemas.microsoft.com/office/drawing/2014/main" id="{41D561DF-808B-ABFF-080D-D265665C1C10}"/>
              </a:ext>
            </a:extLst>
          </p:cNvPr>
          <p:cNvSpPr txBox="1"/>
          <p:nvPr/>
        </p:nvSpPr>
        <p:spPr>
          <a:xfrm>
            <a:off x="5712316" y="1162884"/>
            <a:ext cx="1940342" cy="369332"/>
          </a:xfrm>
          <a:prstGeom prst="rect">
            <a:avLst/>
          </a:prstGeom>
          <a:noFill/>
        </p:spPr>
        <p:txBody>
          <a:bodyPr wrap="square" rtlCol="0">
            <a:spAutoFit/>
          </a:bodyPr>
          <a:lstStyle/>
          <a:p>
            <a:r>
              <a:rPr lang="en-SG" dirty="0">
                <a:solidFill>
                  <a:srgbClr val="FF0000"/>
                </a:solidFill>
              </a:rPr>
              <a:t>1. Select Monitor</a:t>
            </a:r>
          </a:p>
        </p:txBody>
      </p:sp>
      <p:sp>
        <p:nvSpPr>
          <p:cNvPr id="10" name="Rectangle 9">
            <a:extLst>
              <a:ext uri="{FF2B5EF4-FFF2-40B4-BE49-F238E27FC236}">
                <a16:creationId xmlns:a16="http://schemas.microsoft.com/office/drawing/2014/main" id="{17ED9360-581F-8187-A253-C44919A7C355}"/>
              </a:ext>
            </a:extLst>
          </p:cNvPr>
          <p:cNvSpPr/>
          <p:nvPr/>
        </p:nvSpPr>
        <p:spPr>
          <a:xfrm>
            <a:off x="1238252" y="2208085"/>
            <a:ext cx="1100455" cy="41129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83620AA3-FC18-98B7-6D86-97E8B836DF03}"/>
              </a:ext>
            </a:extLst>
          </p:cNvPr>
          <p:cNvSpPr txBox="1"/>
          <p:nvPr/>
        </p:nvSpPr>
        <p:spPr>
          <a:xfrm>
            <a:off x="2376806" y="2111248"/>
            <a:ext cx="2385693" cy="369332"/>
          </a:xfrm>
          <a:prstGeom prst="rect">
            <a:avLst/>
          </a:prstGeom>
          <a:noFill/>
        </p:spPr>
        <p:txBody>
          <a:bodyPr wrap="square" rtlCol="0">
            <a:spAutoFit/>
          </a:bodyPr>
          <a:lstStyle/>
          <a:p>
            <a:r>
              <a:rPr lang="en-SG" dirty="0">
                <a:solidFill>
                  <a:srgbClr val="FF0000"/>
                </a:solidFill>
              </a:rPr>
              <a:t>2. Select AIV STATUS</a:t>
            </a:r>
          </a:p>
        </p:txBody>
      </p:sp>
    </p:spTree>
    <p:extLst>
      <p:ext uri="{BB962C8B-B14F-4D97-AF65-F5344CB8AC3E}">
        <p14:creationId xmlns:p14="http://schemas.microsoft.com/office/powerpoint/2010/main" val="2105688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47B14-1842-0065-CAFE-B129E45982A5}"/>
              </a:ext>
            </a:extLst>
          </p:cNvPr>
          <p:cNvSpPr>
            <a:spLocks noGrp="1"/>
          </p:cNvSpPr>
          <p:nvPr>
            <p:ph type="title"/>
          </p:nvPr>
        </p:nvSpPr>
        <p:spPr/>
        <p:txBody>
          <a:bodyPr/>
          <a:lstStyle/>
          <a:p>
            <a:endParaRPr lang="en-SG"/>
          </a:p>
        </p:txBody>
      </p:sp>
      <p:sp>
        <p:nvSpPr>
          <p:cNvPr id="3" name="Content Placeholder 2">
            <a:extLst>
              <a:ext uri="{FF2B5EF4-FFF2-40B4-BE49-F238E27FC236}">
                <a16:creationId xmlns:a16="http://schemas.microsoft.com/office/drawing/2014/main" id="{5D53726C-3198-381E-A03A-DFA0212D1BD9}"/>
              </a:ext>
            </a:extLst>
          </p:cNvPr>
          <p:cNvSpPr>
            <a:spLocks noGrp="1"/>
          </p:cNvSpPr>
          <p:nvPr>
            <p:ph idx="1"/>
          </p:nvPr>
        </p:nvSpPr>
        <p:spPr/>
        <p:txBody>
          <a:bodyPr/>
          <a:lstStyle/>
          <a:p>
            <a:endParaRPr lang="en-SG"/>
          </a:p>
        </p:txBody>
      </p:sp>
      <p:pic>
        <p:nvPicPr>
          <p:cNvPr id="5" name="Picture 4">
            <a:extLst>
              <a:ext uri="{FF2B5EF4-FFF2-40B4-BE49-F238E27FC236}">
                <a16:creationId xmlns:a16="http://schemas.microsoft.com/office/drawing/2014/main" id="{BED4FC90-A627-3CB3-DA8D-EFBBD8EA8FF6}"/>
              </a:ext>
            </a:extLst>
          </p:cNvPr>
          <p:cNvPicPr>
            <a:picLocks noChangeAspect="1"/>
          </p:cNvPicPr>
          <p:nvPr/>
        </p:nvPicPr>
        <p:blipFill>
          <a:blip r:embed="rId2"/>
          <a:stretch>
            <a:fillRect/>
          </a:stretch>
        </p:blipFill>
        <p:spPr>
          <a:xfrm>
            <a:off x="1240313" y="0"/>
            <a:ext cx="9711373" cy="6858000"/>
          </a:xfrm>
          <a:prstGeom prst="rect">
            <a:avLst/>
          </a:prstGeom>
        </p:spPr>
      </p:pic>
      <p:sp>
        <p:nvSpPr>
          <p:cNvPr id="6" name="Rectangle 5">
            <a:extLst>
              <a:ext uri="{FF2B5EF4-FFF2-40B4-BE49-F238E27FC236}">
                <a16:creationId xmlns:a16="http://schemas.microsoft.com/office/drawing/2014/main" id="{327EC4CE-54F8-E8E8-A468-15B64430F34A}"/>
              </a:ext>
            </a:extLst>
          </p:cNvPr>
          <p:cNvSpPr/>
          <p:nvPr/>
        </p:nvSpPr>
        <p:spPr>
          <a:xfrm>
            <a:off x="1599765" y="795528"/>
            <a:ext cx="6662057" cy="26212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TextBox 6">
            <a:extLst>
              <a:ext uri="{FF2B5EF4-FFF2-40B4-BE49-F238E27FC236}">
                <a16:creationId xmlns:a16="http://schemas.microsoft.com/office/drawing/2014/main" id="{98FB4E1D-DBFA-6183-0AF5-88DD87FDC16D}"/>
              </a:ext>
            </a:extLst>
          </p:cNvPr>
          <p:cNvSpPr txBox="1"/>
          <p:nvPr/>
        </p:nvSpPr>
        <p:spPr>
          <a:xfrm>
            <a:off x="3549116" y="484080"/>
            <a:ext cx="2153691" cy="371310"/>
          </a:xfrm>
          <a:prstGeom prst="rect">
            <a:avLst/>
          </a:prstGeom>
          <a:noFill/>
        </p:spPr>
        <p:txBody>
          <a:bodyPr wrap="square" rtlCol="0">
            <a:spAutoFit/>
          </a:bodyPr>
          <a:lstStyle/>
          <a:p>
            <a:r>
              <a:rPr lang="en-SG" dirty="0">
                <a:solidFill>
                  <a:srgbClr val="FF0000"/>
                </a:solidFill>
              </a:rPr>
              <a:t>Create event job </a:t>
            </a:r>
          </a:p>
        </p:txBody>
      </p:sp>
    </p:spTree>
    <p:extLst>
      <p:ext uri="{BB962C8B-B14F-4D97-AF65-F5344CB8AC3E}">
        <p14:creationId xmlns:p14="http://schemas.microsoft.com/office/powerpoint/2010/main" val="308406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Straight Arrow Connector 79">
            <a:extLst>
              <a:ext uri="{FF2B5EF4-FFF2-40B4-BE49-F238E27FC236}">
                <a16:creationId xmlns:a16="http://schemas.microsoft.com/office/drawing/2014/main" id="{DF72FFCF-207D-FAD4-4AF6-CD7E697FB690}"/>
              </a:ext>
            </a:extLst>
          </p:cNvPr>
          <p:cNvCxnSpPr>
            <a:cxnSpLocks/>
          </p:cNvCxnSpPr>
          <p:nvPr/>
        </p:nvCxnSpPr>
        <p:spPr>
          <a:xfrm flipH="1">
            <a:off x="3167634" y="878918"/>
            <a:ext cx="4288976" cy="280728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BA2EB030-1484-8691-8CBB-A40F53052709}"/>
              </a:ext>
            </a:extLst>
          </p:cNvPr>
          <p:cNvSpPr>
            <a:spLocks noGrp="1"/>
          </p:cNvSpPr>
          <p:nvPr>
            <p:ph type="title"/>
          </p:nvPr>
        </p:nvSpPr>
        <p:spPr/>
        <p:txBody>
          <a:bodyPr/>
          <a:lstStyle/>
          <a:p>
            <a:r>
              <a:rPr lang="en-SG" dirty="0"/>
              <a:t>PDUV_E (EV + PDUV)</a:t>
            </a:r>
          </a:p>
        </p:txBody>
      </p:sp>
      <p:sp>
        <p:nvSpPr>
          <p:cNvPr id="3" name="Content Placeholder 2">
            <a:extLst>
              <a:ext uri="{FF2B5EF4-FFF2-40B4-BE49-F238E27FC236}">
                <a16:creationId xmlns:a16="http://schemas.microsoft.com/office/drawing/2014/main" id="{8A196952-0940-13D3-3571-36C7A948BC91}"/>
              </a:ext>
            </a:extLst>
          </p:cNvPr>
          <p:cNvSpPr>
            <a:spLocks noGrp="1"/>
          </p:cNvSpPr>
          <p:nvPr>
            <p:ph idx="1"/>
          </p:nvPr>
        </p:nvSpPr>
        <p:spPr/>
        <p:txBody>
          <a:bodyPr/>
          <a:lstStyle/>
          <a:p>
            <a:endParaRPr lang="en-SG" dirty="0"/>
          </a:p>
        </p:txBody>
      </p:sp>
      <p:sp>
        <p:nvSpPr>
          <p:cNvPr id="4" name="Rectangle 3">
            <a:extLst>
              <a:ext uri="{FF2B5EF4-FFF2-40B4-BE49-F238E27FC236}">
                <a16:creationId xmlns:a16="http://schemas.microsoft.com/office/drawing/2014/main" id="{F2B3512C-553D-5FDF-EA7D-0D366C9ABEC3}"/>
              </a:ext>
            </a:extLst>
          </p:cNvPr>
          <p:cNvSpPr/>
          <p:nvPr/>
        </p:nvSpPr>
        <p:spPr>
          <a:xfrm>
            <a:off x="4861560" y="1825625"/>
            <a:ext cx="2023872" cy="1014984"/>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extBox 4">
            <a:extLst>
              <a:ext uri="{FF2B5EF4-FFF2-40B4-BE49-F238E27FC236}">
                <a16:creationId xmlns:a16="http://schemas.microsoft.com/office/drawing/2014/main" id="{AB284B4A-E354-CF21-3AF6-B65C606A3839}"/>
              </a:ext>
            </a:extLst>
          </p:cNvPr>
          <p:cNvSpPr txBox="1"/>
          <p:nvPr/>
        </p:nvSpPr>
        <p:spPr>
          <a:xfrm>
            <a:off x="5876544" y="2911976"/>
            <a:ext cx="1008888" cy="369332"/>
          </a:xfrm>
          <a:prstGeom prst="rect">
            <a:avLst/>
          </a:prstGeom>
          <a:noFill/>
          <a:ln>
            <a:solidFill>
              <a:schemeClr val="tx2">
                <a:lumMod val="50000"/>
                <a:lumOff val="50000"/>
              </a:schemeClr>
            </a:solidFill>
          </a:ln>
        </p:spPr>
        <p:txBody>
          <a:bodyPr wrap="square" rtlCol="0">
            <a:spAutoFit/>
          </a:bodyPr>
          <a:lstStyle/>
          <a:p>
            <a:r>
              <a:rPr lang="en-SG" dirty="0"/>
              <a:t>PRS37R</a:t>
            </a:r>
          </a:p>
        </p:txBody>
      </p:sp>
      <p:sp>
        <p:nvSpPr>
          <p:cNvPr id="6" name="TextBox 5">
            <a:extLst>
              <a:ext uri="{FF2B5EF4-FFF2-40B4-BE49-F238E27FC236}">
                <a16:creationId xmlns:a16="http://schemas.microsoft.com/office/drawing/2014/main" id="{92A0FC26-E971-B303-AAB0-AF14CAB9358C}"/>
              </a:ext>
            </a:extLst>
          </p:cNvPr>
          <p:cNvSpPr txBox="1"/>
          <p:nvPr/>
        </p:nvSpPr>
        <p:spPr>
          <a:xfrm>
            <a:off x="4864608" y="2911976"/>
            <a:ext cx="1008888" cy="369332"/>
          </a:xfrm>
          <a:prstGeom prst="rect">
            <a:avLst/>
          </a:prstGeom>
          <a:noFill/>
          <a:ln>
            <a:solidFill>
              <a:schemeClr val="tx2">
                <a:lumMod val="50000"/>
                <a:lumOff val="50000"/>
              </a:schemeClr>
            </a:solidFill>
          </a:ln>
        </p:spPr>
        <p:txBody>
          <a:bodyPr wrap="square" rtlCol="0">
            <a:spAutoFit/>
          </a:bodyPr>
          <a:lstStyle/>
          <a:p>
            <a:r>
              <a:rPr lang="en-SG" dirty="0"/>
              <a:t>PRS37L</a:t>
            </a:r>
          </a:p>
        </p:txBody>
      </p:sp>
      <p:sp>
        <p:nvSpPr>
          <p:cNvPr id="8" name="TextBox 7">
            <a:extLst>
              <a:ext uri="{FF2B5EF4-FFF2-40B4-BE49-F238E27FC236}">
                <a16:creationId xmlns:a16="http://schemas.microsoft.com/office/drawing/2014/main" id="{EC023502-5A31-456B-57E1-FD38BC5A4F6E}"/>
              </a:ext>
            </a:extLst>
          </p:cNvPr>
          <p:cNvSpPr txBox="1"/>
          <p:nvPr/>
        </p:nvSpPr>
        <p:spPr>
          <a:xfrm>
            <a:off x="6408420" y="2483636"/>
            <a:ext cx="362712" cy="369332"/>
          </a:xfrm>
          <a:prstGeom prst="rect">
            <a:avLst/>
          </a:prstGeom>
          <a:noFill/>
          <a:ln>
            <a:solidFill>
              <a:schemeClr val="tx1"/>
            </a:solidFill>
          </a:ln>
        </p:spPr>
        <p:txBody>
          <a:bodyPr wrap="square" rtlCol="0">
            <a:spAutoFit/>
          </a:bodyPr>
          <a:lstStyle/>
          <a:p>
            <a:r>
              <a:rPr lang="en-SG" dirty="0"/>
              <a:t>U</a:t>
            </a:r>
          </a:p>
        </p:txBody>
      </p:sp>
      <p:sp>
        <p:nvSpPr>
          <p:cNvPr id="9" name="TextBox 8">
            <a:extLst>
              <a:ext uri="{FF2B5EF4-FFF2-40B4-BE49-F238E27FC236}">
                <a16:creationId xmlns:a16="http://schemas.microsoft.com/office/drawing/2014/main" id="{594DBB55-4922-FEEC-F7E4-1E89702828E1}"/>
              </a:ext>
            </a:extLst>
          </p:cNvPr>
          <p:cNvSpPr txBox="1"/>
          <p:nvPr/>
        </p:nvSpPr>
        <p:spPr>
          <a:xfrm>
            <a:off x="5948172" y="2483636"/>
            <a:ext cx="362712" cy="369332"/>
          </a:xfrm>
          <a:prstGeom prst="rect">
            <a:avLst/>
          </a:prstGeom>
          <a:noFill/>
          <a:ln>
            <a:solidFill>
              <a:schemeClr val="tx1"/>
            </a:solidFill>
          </a:ln>
        </p:spPr>
        <p:txBody>
          <a:bodyPr wrap="square" rtlCol="0">
            <a:spAutoFit/>
          </a:bodyPr>
          <a:lstStyle/>
          <a:p>
            <a:r>
              <a:rPr lang="en-SG" dirty="0"/>
              <a:t>T</a:t>
            </a:r>
          </a:p>
        </p:txBody>
      </p:sp>
      <p:sp>
        <p:nvSpPr>
          <p:cNvPr id="10" name="TextBox 9">
            <a:extLst>
              <a:ext uri="{FF2B5EF4-FFF2-40B4-BE49-F238E27FC236}">
                <a16:creationId xmlns:a16="http://schemas.microsoft.com/office/drawing/2014/main" id="{46B6A66B-069C-3608-3805-19AE0C4F4DF2}"/>
              </a:ext>
            </a:extLst>
          </p:cNvPr>
          <p:cNvSpPr txBox="1"/>
          <p:nvPr/>
        </p:nvSpPr>
        <p:spPr>
          <a:xfrm>
            <a:off x="4980432" y="2483636"/>
            <a:ext cx="362712" cy="369332"/>
          </a:xfrm>
          <a:prstGeom prst="rect">
            <a:avLst/>
          </a:prstGeom>
          <a:noFill/>
          <a:ln>
            <a:solidFill>
              <a:schemeClr val="tx1"/>
            </a:solidFill>
          </a:ln>
        </p:spPr>
        <p:txBody>
          <a:bodyPr wrap="square" rtlCol="0">
            <a:spAutoFit/>
          </a:bodyPr>
          <a:lstStyle/>
          <a:p>
            <a:r>
              <a:rPr lang="en-SG" dirty="0"/>
              <a:t>R</a:t>
            </a:r>
          </a:p>
        </p:txBody>
      </p:sp>
      <p:sp>
        <p:nvSpPr>
          <p:cNvPr id="11" name="TextBox 10">
            <a:extLst>
              <a:ext uri="{FF2B5EF4-FFF2-40B4-BE49-F238E27FC236}">
                <a16:creationId xmlns:a16="http://schemas.microsoft.com/office/drawing/2014/main" id="{3C647890-62C6-CBD4-D68E-7ED5E85D3C27}"/>
              </a:ext>
            </a:extLst>
          </p:cNvPr>
          <p:cNvSpPr txBox="1"/>
          <p:nvPr/>
        </p:nvSpPr>
        <p:spPr>
          <a:xfrm>
            <a:off x="5440680" y="2483636"/>
            <a:ext cx="362712" cy="369332"/>
          </a:xfrm>
          <a:prstGeom prst="rect">
            <a:avLst/>
          </a:prstGeom>
          <a:noFill/>
          <a:ln>
            <a:solidFill>
              <a:schemeClr val="tx1"/>
            </a:solidFill>
          </a:ln>
        </p:spPr>
        <p:txBody>
          <a:bodyPr wrap="square" rtlCol="0">
            <a:spAutoFit/>
          </a:bodyPr>
          <a:lstStyle/>
          <a:p>
            <a:r>
              <a:rPr lang="en-SG" dirty="0"/>
              <a:t>S</a:t>
            </a:r>
          </a:p>
        </p:txBody>
      </p:sp>
      <p:sp>
        <p:nvSpPr>
          <p:cNvPr id="13" name="TextBox 12">
            <a:extLst>
              <a:ext uri="{FF2B5EF4-FFF2-40B4-BE49-F238E27FC236}">
                <a16:creationId xmlns:a16="http://schemas.microsoft.com/office/drawing/2014/main" id="{5A093747-8DEB-AD84-5639-9C3AC17B15C4}"/>
              </a:ext>
            </a:extLst>
          </p:cNvPr>
          <p:cNvSpPr txBox="1"/>
          <p:nvPr/>
        </p:nvSpPr>
        <p:spPr>
          <a:xfrm>
            <a:off x="4861560" y="1862170"/>
            <a:ext cx="2023872" cy="646331"/>
          </a:xfrm>
          <a:prstGeom prst="rect">
            <a:avLst/>
          </a:prstGeom>
          <a:noFill/>
          <a:ln>
            <a:noFill/>
          </a:ln>
        </p:spPr>
        <p:txBody>
          <a:bodyPr wrap="square" rtlCol="0">
            <a:spAutoFit/>
          </a:bodyPr>
          <a:lstStyle/>
          <a:p>
            <a:pPr algn="ctr"/>
            <a:r>
              <a:rPr lang="en-SG" dirty="0"/>
              <a:t>TOOL/MACHINE: </a:t>
            </a:r>
            <a:r>
              <a:rPr lang="en-SG" b="1" dirty="0"/>
              <a:t>PRS37</a:t>
            </a:r>
          </a:p>
        </p:txBody>
      </p:sp>
      <p:sp>
        <p:nvSpPr>
          <p:cNvPr id="16" name="Rectangle 15">
            <a:extLst>
              <a:ext uri="{FF2B5EF4-FFF2-40B4-BE49-F238E27FC236}">
                <a16:creationId xmlns:a16="http://schemas.microsoft.com/office/drawing/2014/main" id="{A540AC5F-067B-8DFA-19B3-CEEB0C5190E4}"/>
              </a:ext>
            </a:extLst>
          </p:cNvPr>
          <p:cNvSpPr/>
          <p:nvPr/>
        </p:nvSpPr>
        <p:spPr>
          <a:xfrm>
            <a:off x="1008888" y="3648456"/>
            <a:ext cx="2175510" cy="110722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 name="TextBox 16">
            <a:extLst>
              <a:ext uri="{FF2B5EF4-FFF2-40B4-BE49-F238E27FC236}">
                <a16:creationId xmlns:a16="http://schemas.microsoft.com/office/drawing/2014/main" id="{1D4190FC-3461-78C6-EA95-E9F3AB965E07}"/>
              </a:ext>
            </a:extLst>
          </p:cNvPr>
          <p:cNvSpPr txBox="1"/>
          <p:nvPr/>
        </p:nvSpPr>
        <p:spPr>
          <a:xfrm>
            <a:off x="1008888" y="3648456"/>
            <a:ext cx="362712" cy="369332"/>
          </a:xfrm>
          <a:prstGeom prst="rect">
            <a:avLst/>
          </a:prstGeom>
          <a:noFill/>
          <a:ln>
            <a:solidFill>
              <a:schemeClr val="tx1"/>
            </a:solidFill>
          </a:ln>
        </p:spPr>
        <p:txBody>
          <a:bodyPr wrap="square" rtlCol="0">
            <a:spAutoFit/>
          </a:bodyPr>
          <a:lstStyle/>
          <a:p>
            <a:r>
              <a:rPr lang="en-SG" dirty="0"/>
              <a:t>1</a:t>
            </a:r>
          </a:p>
        </p:txBody>
      </p:sp>
      <p:sp>
        <p:nvSpPr>
          <p:cNvPr id="18" name="TextBox 17">
            <a:extLst>
              <a:ext uri="{FF2B5EF4-FFF2-40B4-BE49-F238E27FC236}">
                <a16:creationId xmlns:a16="http://schemas.microsoft.com/office/drawing/2014/main" id="{CC6151E7-F165-BCE2-B2DB-87A625DC0DBF}"/>
              </a:ext>
            </a:extLst>
          </p:cNvPr>
          <p:cNvSpPr txBox="1"/>
          <p:nvPr/>
        </p:nvSpPr>
        <p:spPr>
          <a:xfrm>
            <a:off x="1008888" y="4021972"/>
            <a:ext cx="362712" cy="369332"/>
          </a:xfrm>
          <a:prstGeom prst="rect">
            <a:avLst/>
          </a:prstGeom>
          <a:noFill/>
          <a:ln>
            <a:solidFill>
              <a:schemeClr val="tx1"/>
            </a:solidFill>
          </a:ln>
        </p:spPr>
        <p:txBody>
          <a:bodyPr wrap="square" rtlCol="0">
            <a:spAutoFit/>
          </a:bodyPr>
          <a:lstStyle/>
          <a:p>
            <a:r>
              <a:rPr lang="en-SG" dirty="0"/>
              <a:t>3</a:t>
            </a:r>
          </a:p>
        </p:txBody>
      </p:sp>
      <p:sp>
        <p:nvSpPr>
          <p:cNvPr id="19" name="TextBox 18">
            <a:extLst>
              <a:ext uri="{FF2B5EF4-FFF2-40B4-BE49-F238E27FC236}">
                <a16:creationId xmlns:a16="http://schemas.microsoft.com/office/drawing/2014/main" id="{2AF6331B-FFEF-3943-CF06-C0AA1ECDF4B8}"/>
              </a:ext>
            </a:extLst>
          </p:cNvPr>
          <p:cNvSpPr txBox="1"/>
          <p:nvPr/>
        </p:nvSpPr>
        <p:spPr>
          <a:xfrm>
            <a:off x="1008888" y="4386344"/>
            <a:ext cx="362712" cy="369332"/>
          </a:xfrm>
          <a:prstGeom prst="rect">
            <a:avLst/>
          </a:prstGeom>
          <a:noFill/>
          <a:ln>
            <a:solidFill>
              <a:schemeClr val="tx1"/>
            </a:solidFill>
          </a:ln>
        </p:spPr>
        <p:txBody>
          <a:bodyPr wrap="square" rtlCol="0">
            <a:spAutoFit/>
          </a:bodyPr>
          <a:lstStyle/>
          <a:p>
            <a:r>
              <a:rPr lang="en-SG" dirty="0"/>
              <a:t>5</a:t>
            </a:r>
          </a:p>
        </p:txBody>
      </p:sp>
      <p:sp>
        <p:nvSpPr>
          <p:cNvPr id="21" name="TextBox 20">
            <a:extLst>
              <a:ext uri="{FF2B5EF4-FFF2-40B4-BE49-F238E27FC236}">
                <a16:creationId xmlns:a16="http://schemas.microsoft.com/office/drawing/2014/main" id="{11E356C8-9805-DDDF-1B86-E4AA490BB1A8}"/>
              </a:ext>
            </a:extLst>
          </p:cNvPr>
          <p:cNvSpPr txBox="1"/>
          <p:nvPr/>
        </p:nvSpPr>
        <p:spPr>
          <a:xfrm>
            <a:off x="1371600" y="3644272"/>
            <a:ext cx="362712" cy="369332"/>
          </a:xfrm>
          <a:prstGeom prst="rect">
            <a:avLst/>
          </a:prstGeom>
          <a:noFill/>
          <a:ln>
            <a:solidFill>
              <a:schemeClr val="tx1"/>
            </a:solidFill>
          </a:ln>
        </p:spPr>
        <p:txBody>
          <a:bodyPr wrap="square" rtlCol="0">
            <a:spAutoFit/>
          </a:bodyPr>
          <a:lstStyle/>
          <a:p>
            <a:r>
              <a:rPr lang="en-SG" dirty="0"/>
              <a:t>2</a:t>
            </a:r>
          </a:p>
        </p:txBody>
      </p:sp>
      <p:sp>
        <p:nvSpPr>
          <p:cNvPr id="22" name="TextBox 21">
            <a:extLst>
              <a:ext uri="{FF2B5EF4-FFF2-40B4-BE49-F238E27FC236}">
                <a16:creationId xmlns:a16="http://schemas.microsoft.com/office/drawing/2014/main" id="{94A1C8DC-1BF6-5FC4-C7C9-9E8ADA016025}"/>
              </a:ext>
            </a:extLst>
          </p:cNvPr>
          <p:cNvSpPr txBox="1"/>
          <p:nvPr/>
        </p:nvSpPr>
        <p:spPr>
          <a:xfrm>
            <a:off x="1370076" y="4017788"/>
            <a:ext cx="362712" cy="369332"/>
          </a:xfrm>
          <a:prstGeom prst="rect">
            <a:avLst/>
          </a:prstGeom>
          <a:noFill/>
          <a:ln>
            <a:solidFill>
              <a:schemeClr val="tx1"/>
            </a:solidFill>
          </a:ln>
        </p:spPr>
        <p:txBody>
          <a:bodyPr wrap="square" rtlCol="0">
            <a:spAutoFit/>
          </a:bodyPr>
          <a:lstStyle/>
          <a:p>
            <a:r>
              <a:rPr lang="en-SG" dirty="0"/>
              <a:t>4</a:t>
            </a:r>
          </a:p>
        </p:txBody>
      </p:sp>
      <p:sp>
        <p:nvSpPr>
          <p:cNvPr id="23" name="TextBox 22">
            <a:extLst>
              <a:ext uri="{FF2B5EF4-FFF2-40B4-BE49-F238E27FC236}">
                <a16:creationId xmlns:a16="http://schemas.microsoft.com/office/drawing/2014/main" id="{ED72A158-FB29-E8B6-19C6-49944BBA083B}"/>
              </a:ext>
            </a:extLst>
          </p:cNvPr>
          <p:cNvSpPr txBox="1"/>
          <p:nvPr/>
        </p:nvSpPr>
        <p:spPr>
          <a:xfrm>
            <a:off x="1370076" y="4377976"/>
            <a:ext cx="362712" cy="369332"/>
          </a:xfrm>
          <a:prstGeom prst="rect">
            <a:avLst/>
          </a:prstGeom>
          <a:noFill/>
          <a:ln>
            <a:solidFill>
              <a:schemeClr val="tx1"/>
            </a:solidFill>
          </a:ln>
        </p:spPr>
        <p:txBody>
          <a:bodyPr wrap="square" rtlCol="0">
            <a:spAutoFit/>
          </a:bodyPr>
          <a:lstStyle/>
          <a:p>
            <a:r>
              <a:rPr lang="en-SG" dirty="0"/>
              <a:t>6</a:t>
            </a:r>
          </a:p>
        </p:txBody>
      </p:sp>
      <p:sp>
        <p:nvSpPr>
          <p:cNvPr id="24" name="TextBox 23">
            <a:extLst>
              <a:ext uri="{FF2B5EF4-FFF2-40B4-BE49-F238E27FC236}">
                <a16:creationId xmlns:a16="http://schemas.microsoft.com/office/drawing/2014/main" id="{BDED69F0-6E9C-A4A2-2747-77E06E3814C5}"/>
              </a:ext>
            </a:extLst>
          </p:cNvPr>
          <p:cNvSpPr txBox="1"/>
          <p:nvPr/>
        </p:nvSpPr>
        <p:spPr>
          <a:xfrm>
            <a:off x="1723644" y="3644272"/>
            <a:ext cx="362712" cy="369332"/>
          </a:xfrm>
          <a:prstGeom prst="rect">
            <a:avLst/>
          </a:prstGeom>
          <a:noFill/>
          <a:ln>
            <a:solidFill>
              <a:schemeClr val="tx1"/>
            </a:solidFill>
          </a:ln>
        </p:spPr>
        <p:txBody>
          <a:bodyPr wrap="square" rtlCol="0">
            <a:spAutoFit/>
          </a:bodyPr>
          <a:lstStyle/>
          <a:p>
            <a:r>
              <a:rPr lang="en-SG" dirty="0"/>
              <a:t>1</a:t>
            </a:r>
          </a:p>
        </p:txBody>
      </p:sp>
      <p:sp>
        <p:nvSpPr>
          <p:cNvPr id="25" name="TextBox 24">
            <a:extLst>
              <a:ext uri="{FF2B5EF4-FFF2-40B4-BE49-F238E27FC236}">
                <a16:creationId xmlns:a16="http://schemas.microsoft.com/office/drawing/2014/main" id="{7DBAC51C-6EFE-A031-34FF-96763612CB6C}"/>
              </a:ext>
            </a:extLst>
          </p:cNvPr>
          <p:cNvSpPr txBox="1"/>
          <p:nvPr/>
        </p:nvSpPr>
        <p:spPr>
          <a:xfrm>
            <a:off x="1723644" y="4017788"/>
            <a:ext cx="362712" cy="369332"/>
          </a:xfrm>
          <a:prstGeom prst="rect">
            <a:avLst/>
          </a:prstGeom>
          <a:noFill/>
          <a:ln>
            <a:solidFill>
              <a:schemeClr val="tx1"/>
            </a:solidFill>
          </a:ln>
        </p:spPr>
        <p:txBody>
          <a:bodyPr wrap="square" rtlCol="0">
            <a:spAutoFit/>
          </a:bodyPr>
          <a:lstStyle/>
          <a:p>
            <a:r>
              <a:rPr lang="en-SG" dirty="0"/>
              <a:t>3</a:t>
            </a:r>
          </a:p>
        </p:txBody>
      </p:sp>
      <p:sp>
        <p:nvSpPr>
          <p:cNvPr id="26" name="TextBox 25">
            <a:extLst>
              <a:ext uri="{FF2B5EF4-FFF2-40B4-BE49-F238E27FC236}">
                <a16:creationId xmlns:a16="http://schemas.microsoft.com/office/drawing/2014/main" id="{14D1D072-D84C-F01B-1495-FF234E98A898}"/>
              </a:ext>
            </a:extLst>
          </p:cNvPr>
          <p:cNvSpPr txBox="1"/>
          <p:nvPr/>
        </p:nvSpPr>
        <p:spPr>
          <a:xfrm>
            <a:off x="1723644" y="4382160"/>
            <a:ext cx="362712" cy="369332"/>
          </a:xfrm>
          <a:prstGeom prst="rect">
            <a:avLst/>
          </a:prstGeom>
          <a:noFill/>
          <a:ln>
            <a:solidFill>
              <a:schemeClr val="tx1"/>
            </a:solidFill>
          </a:ln>
        </p:spPr>
        <p:txBody>
          <a:bodyPr wrap="square" rtlCol="0">
            <a:spAutoFit/>
          </a:bodyPr>
          <a:lstStyle/>
          <a:p>
            <a:r>
              <a:rPr lang="en-SG" dirty="0"/>
              <a:t>5</a:t>
            </a:r>
          </a:p>
        </p:txBody>
      </p:sp>
      <p:sp>
        <p:nvSpPr>
          <p:cNvPr id="27" name="TextBox 26">
            <a:extLst>
              <a:ext uri="{FF2B5EF4-FFF2-40B4-BE49-F238E27FC236}">
                <a16:creationId xmlns:a16="http://schemas.microsoft.com/office/drawing/2014/main" id="{9399DABF-BF3F-A4CD-F0BC-7A4B20142872}"/>
              </a:ext>
            </a:extLst>
          </p:cNvPr>
          <p:cNvSpPr txBox="1"/>
          <p:nvPr/>
        </p:nvSpPr>
        <p:spPr>
          <a:xfrm>
            <a:off x="2086356" y="3640088"/>
            <a:ext cx="362712" cy="369332"/>
          </a:xfrm>
          <a:prstGeom prst="rect">
            <a:avLst/>
          </a:prstGeom>
          <a:noFill/>
          <a:ln>
            <a:solidFill>
              <a:schemeClr val="tx1"/>
            </a:solidFill>
          </a:ln>
        </p:spPr>
        <p:txBody>
          <a:bodyPr wrap="square" rtlCol="0">
            <a:spAutoFit/>
          </a:bodyPr>
          <a:lstStyle/>
          <a:p>
            <a:r>
              <a:rPr lang="en-SG" dirty="0"/>
              <a:t>2</a:t>
            </a:r>
          </a:p>
        </p:txBody>
      </p:sp>
      <p:sp>
        <p:nvSpPr>
          <p:cNvPr id="28" name="TextBox 27">
            <a:extLst>
              <a:ext uri="{FF2B5EF4-FFF2-40B4-BE49-F238E27FC236}">
                <a16:creationId xmlns:a16="http://schemas.microsoft.com/office/drawing/2014/main" id="{E856DDA1-3EE8-AC31-AEC7-723A510CBE4C}"/>
              </a:ext>
            </a:extLst>
          </p:cNvPr>
          <p:cNvSpPr txBox="1"/>
          <p:nvPr/>
        </p:nvSpPr>
        <p:spPr>
          <a:xfrm>
            <a:off x="2084832" y="4013604"/>
            <a:ext cx="362712" cy="369332"/>
          </a:xfrm>
          <a:prstGeom prst="rect">
            <a:avLst/>
          </a:prstGeom>
          <a:noFill/>
          <a:ln>
            <a:solidFill>
              <a:schemeClr val="tx1"/>
            </a:solidFill>
          </a:ln>
        </p:spPr>
        <p:txBody>
          <a:bodyPr wrap="square" rtlCol="0">
            <a:spAutoFit/>
          </a:bodyPr>
          <a:lstStyle/>
          <a:p>
            <a:r>
              <a:rPr lang="en-SG" dirty="0"/>
              <a:t>4</a:t>
            </a:r>
          </a:p>
        </p:txBody>
      </p:sp>
      <p:sp>
        <p:nvSpPr>
          <p:cNvPr id="29" name="TextBox 28">
            <a:extLst>
              <a:ext uri="{FF2B5EF4-FFF2-40B4-BE49-F238E27FC236}">
                <a16:creationId xmlns:a16="http://schemas.microsoft.com/office/drawing/2014/main" id="{627B5A46-A4AF-7DC1-092E-23B2C1F800B3}"/>
              </a:ext>
            </a:extLst>
          </p:cNvPr>
          <p:cNvSpPr txBox="1"/>
          <p:nvPr/>
        </p:nvSpPr>
        <p:spPr>
          <a:xfrm>
            <a:off x="2084832" y="4373792"/>
            <a:ext cx="362712" cy="369332"/>
          </a:xfrm>
          <a:prstGeom prst="rect">
            <a:avLst/>
          </a:prstGeom>
          <a:noFill/>
          <a:ln>
            <a:solidFill>
              <a:schemeClr val="tx1"/>
            </a:solidFill>
          </a:ln>
        </p:spPr>
        <p:txBody>
          <a:bodyPr wrap="square" rtlCol="0">
            <a:spAutoFit/>
          </a:bodyPr>
          <a:lstStyle/>
          <a:p>
            <a:r>
              <a:rPr lang="en-SG" dirty="0"/>
              <a:t>6</a:t>
            </a:r>
          </a:p>
        </p:txBody>
      </p:sp>
      <p:sp>
        <p:nvSpPr>
          <p:cNvPr id="30" name="TextBox 29">
            <a:extLst>
              <a:ext uri="{FF2B5EF4-FFF2-40B4-BE49-F238E27FC236}">
                <a16:creationId xmlns:a16="http://schemas.microsoft.com/office/drawing/2014/main" id="{2AFD7DD0-7159-FFBF-65B5-6B526E825BD7}"/>
              </a:ext>
            </a:extLst>
          </p:cNvPr>
          <p:cNvSpPr txBox="1"/>
          <p:nvPr/>
        </p:nvSpPr>
        <p:spPr>
          <a:xfrm>
            <a:off x="2460498" y="3652640"/>
            <a:ext cx="362712" cy="369332"/>
          </a:xfrm>
          <a:prstGeom prst="rect">
            <a:avLst/>
          </a:prstGeom>
          <a:noFill/>
          <a:ln>
            <a:solidFill>
              <a:schemeClr val="tx1"/>
            </a:solidFill>
          </a:ln>
        </p:spPr>
        <p:txBody>
          <a:bodyPr wrap="square" rtlCol="0">
            <a:spAutoFit/>
          </a:bodyPr>
          <a:lstStyle/>
          <a:p>
            <a:r>
              <a:rPr lang="en-SG" dirty="0"/>
              <a:t>1</a:t>
            </a:r>
          </a:p>
        </p:txBody>
      </p:sp>
      <p:sp>
        <p:nvSpPr>
          <p:cNvPr id="31" name="TextBox 30">
            <a:extLst>
              <a:ext uri="{FF2B5EF4-FFF2-40B4-BE49-F238E27FC236}">
                <a16:creationId xmlns:a16="http://schemas.microsoft.com/office/drawing/2014/main" id="{4480AD04-E95B-35A4-56BC-AA75F39CD3B6}"/>
              </a:ext>
            </a:extLst>
          </p:cNvPr>
          <p:cNvSpPr txBox="1"/>
          <p:nvPr/>
        </p:nvSpPr>
        <p:spPr>
          <a:xfrm>
            <a:off x="2460498" y="4026156"/>
            <a:ext cx="362712" cy="369332"/>
          </a:xfrm>
          <a:prstGeom prst="rect">
            <a:avLst/>
          </a:prstGeom>
          <a:noFill/>
          <a:ln>
            <a:solidFill>
              <a:schemeClr val="tx1"/>
            </a:solidFill>
          </a:ln>
        </p:spPr>
        <p:txBody>
          <a:bodyPr wrap="square" rtlCol="0">
            <a:spAutoFit/>
          </a:bodyPr>
          <a:lstStyle/>
          <a:p>
            <a:r>
              <a:rPr lang="en-SG" dirty="0"/>
              <a:t>3</a:t>
            </a:r>
          </a:p>
        </p:txBody>
      </p:sp>
      <p:sp>
        <p:nvSpPr>
          <p:cNvPr id="32" name="TextBox 31">
            <a:extLst>
              <a:ext uri="{FF2B5EF4-FFF2-40B4-BE49-F238E27FC236}">
                <a16:creationId xmlns:a16="http://schemas.microsoft.com/office/drawing/2014/main" id="{356F1061-AE71-E18B-6412-41B8060DB196}"/>
              </a:ext>
            </a:extLst>
          </p:cNvPr>
          <p:cNvSpPr txBox="1"/>
          <p:nvPr/>
        </p:nvSpPr>
        <p:spPr>
          <a:xfrm>
            <a:off x="2460498" y="4390528"/>
            <a:ext cx="362712" cy="369332"/>
          </a:xfrm>
          <a:prstGeom prst="rect">
            <a:avLst/>
          </a:prstGeom>
          <a:noFill/>
          <a:ln>
            <a:solidFill>
              <a:schemeClr val="tx1"/>
            </a:solidFill>
          </a:ln>
        </p:spPr>
        <p:txBody>
          <a:bodyPr wrap="square" rtlCol="0">
            <a:spAutoFit/>
          </a:bodyPr>
          <a:lstStyle/>
          <a:p>
            <a:r>
              <a:rPr lang="en-SG" dirty="0"/>
              <a:t>5</a:t>
            </a:r>
          </a:p>
        </p:txBody>
      </p:sp>
      <p:sp>
        <p:nvSpPr>
          <p:cNvPr id="33" name="TextBox 32">
            <a:extLst>
              <a:ext uri="{FF2B5EF4-FFF2-40B4-BE49-F238E27FC236}">
                <a16:creationId xmlns:a16="http://schemas.microsoft.com/office/drawing/2014/main" id="{5A49B261-93BD-8365-211D-C98801BDE64B}"/>
              </a:ext>
            </a:extLst>
          </p:cNvPr>
          <p:cNvSpPr txBox="1"/>
          <p:nvPr/>
        </p:nvSpPr>
        <p:spPr>
          <a:xfrm>
            <a:off x="2823210" y="3648456"/>
            <a:ext cx="362712" cy="369332"/>
          </a:xfrm>
          <a:prstGeom prst="rect">
            <a:avLst/>
          </a:prstGeom>
          <a:noFill/>
          <a:ln>
            <a:solidFill>
              <a:schemeClr val="tx1"/>
            </a:solidFill>
          </a:ln>
        </p:spPr>
        <p:txBody>
          <a:bodyPr wrap="square" rtlCol="0">
            <a:spAutoFit/>
          </a:bodyPr>
          <a:lstStyle/>
          <a:p>
            <a:r>
              <a:rPr lang="en-SG" dirty="0"/>
              <a:t>2</a:t>
            </a:r>
          </a:p>
        </p:txBody>
      </p:sp>
      <p:sp>
        <p:nvSpPr>
          <p:cNvPr id="34" name="TextBox 33">
            <a:extLst>
              <a:ext uri="{FF2B5EF4-FFF2-40B4-BE49-F238E27FC236}">
                <a16:creationId xmlns:a16="http://schemas.microsoft.com/office/drawing/2014/main" id="{087E3697-B5A7-1882-B662-CD339AD34CDD}"/>
              </a:ext>
            </a:extLst>
          </p:cNvPr>
          <p:cNvSpPr txBox="1"/>
          <p:nvPr/>
        </p:nvSpPr>
        <p:spPr>
          <a:xfrm>
            <a:off x="2821686" y="4021972"/>
            <a:ext cx="362712" cy="369332"/>
          </a:xfrm>
          <a:prstGeom prst="rect">
            <a:avLst/>
          </a:prstGeom>
          <a:noFill/>
          <a:ln>
            <a:solidFill>
              <a:schemeClr val="tx1"/>
            </a:solidFill>
          </a:ln>
        </p:spPr>
        <p:txBody>
          <a:bodyPr wrap="square" rtlCol="0">
            <a:spAutoFit/>
          </a:bodyPr>
          <a:lstStyle/>
          <a:p>
            <a:r>
              <a:rPr lang="en-SG" dirty="0"/>
              <a:t>4</a:t>
            </a:r>
          </a:p>
        </p:txBody>
      </p:sp>
      <p:sp>
        <p:nvSpPr>
          <p:cNvPr id="35" name="TextBox 34">
            <a:extLst>
              <a:ext uri="{FF2B5EF4-FFF2-40B4-BE49-F238E27FC236}">
                <a16:creationId xmlns:a16="http://schemas.microsoft.com/office/drawing/2014/main" id="{83059C26-9EEE-D889-F4C5-9ED2AF34AA54}"/>
              </a:ext>
            </a:extLst>
          </p:cNvPr>
          <p:cNvSpPr txBox="1"/>
          <p:nvPr/>
        </p:nvSpPr>
        <p:spPr>
          <a:xfrm>
            <a:off x="2821686" y="4382160"/>
            <a:ext cx="362712" cy="369332"/>
          </a:xfrm>
          <a:prstGeom prst="rect">
            <a:avLst/>
          </a:prstGeom>
          <a:noFill/>
          <a:ln>
            <a:solidFill>
              <a:schemeClr val="tx1"/>
            </a:solidFill>
          </a:ln>
        </p:spPr>
        <p:txBody>
          <a:bodyPr wrap="square" rtlCol="0">
            <a:spAutoFit/>
          </a:bodyPr>
          <a:lstStyle/>
          <a:p>
            <a:r>
              <a:rPr lang="en-SG" dirty="0"/>
              <a:t>6</a:t>
            </a:r>
          </a:p>
        </p:txBody>
      </p:sp>
      <p:sp>
        <p:nvSpPr>
          <p:cNvPr id="36" name="TextBox 35">
            <a:extLst>
              <a:ext uri="{FF2B5EF4-FFF2-40B4-BE49-F238E27FC236}">
                <a16:creationId xmlns:a16="http://schemas.microsoft.com/office/drawing/2014/main" id="{58C27DB4-CABE-7178-4027-02762E11FF06}"/>
              </a:ext>
            </a:extLst>
          </p:cNvPr>
          <p:cNvSpPr txBox="1"/>
          <p:nvPr/>
        </p:nvSpPr>
        <p:spPr>
          <a:xfrm>
            <a:off x="1143762" y="2985007"/>
            <a:ext cx="2023872" cy="646331"/>
          </a:xfrm>
          <a:prstGeom prst="rect">
            <a:avLst/>
          </a:prstGeom>
          <a:noFill/>
          <a:ln>
            <a:noFill/>
          </a:ln>
        </p:spPr>
        <p:txBody>
          <a:bodyPr wrap="square" rtlCol="0">
            <a:spAutoFit/>
          </a:bodyPr>
          <a:lstStyle/>
          <a:p>
            <a:pPr algn="ctr"/>
            <a:r>
              <a:rPr lang="en-SG" dirty="0"/>
              <a:t>INPUT RACK: </a:t>
            </a:r>
            <a:r>
              <a:rPr lang="en-SG" b="1" dirty="0"/>
              <a:t>ERACK1</a:t>
            </a:r>
          </a:p>
        </p:txBody>
      </p:sp>
      <p:sp>
        <p:nvSpPr>
          <p:cNvPr id="37" name="TextBox 36">
            <a:extLst>
              <a:ext uri="{FF2B5EF4-FFF2-40B4-BE49-F238E27FC236}">
                <a16:creationId xmlns:a16="http://schemas.microsoft.com/office/drawing/2014/main" id="{C89C13BC-6BE3-6962-7FAD-C4CC107CD4B7}"/>
              </a:ext>
            </a:extLst>
          </p:cNvPr>
          <p:cNvSpPr txBox="1"/>
          <p:nvPr/>
        </p:nvSpPr>
        <p:spPr>
          <a:xfrm>
            <a:off x="464058" y="4753144"/>
            <a:ext cx="1127760" cy="369332"/>
          </a:xfrm>
          <a:prstGeom prst="rect">
            <a:avLst/>
          </a:prstGeom>
          <a:noFill/>
          <a:ln>
            <a:solidFill>
              <a:schemeClr val="tx2">
                <a:lumMod val="50000"/>
                <a:lumOff val="50000"/>
              </a:schemeClr>
            </a:solidFill>
          </a:ln>
        </p:spPr>
        <p:txBody>
          <a:bodyPr wrap="square" rtlCol="0">
            <a:spAutoFit/>
          </a:bodyPr>
          <a:lstStyle/>
          <a:p>
            <a:r>
              <a:rPr lang="en-SG" dirty="0"/>
              <a:t>ERACK11</a:t>
            </a:r>
          </a:p>
        </p:txBody>
      </p:sp>
      <p:sp>
        <p:nvSpPr>
          <p:cNvPr id="38" name="TextBox 37">
            <a:extLst>
              <a:ext uri="{FF2B5EF4-FFF2-40B4-BE49-F238E27FC236}">
                <a16:creationId xmlns:a16="http://schemas.microsoft.com/office/drawing/2014/main" id="{702B1E41-B7A3-DCFC-C85E-5D6819DAF0D1}"/>
              </a:ext>
            </a:extLst>
          </p:cNvPr>
          <p:cNvSpPr txBox="1"/>
          <p:nvPr/>
        </p:nvSpPr>
        <p:spPr>
          <a:xfrm>
            <a:off x="1591818" y="4754900"/>
            <a:ext cx="1127760" cy="369332"/>
          </a:xfrm>
          <a:prstGeom prst="rect">
            <a:avLst/>
          </a:prstGeom>
          <a:noFill/>
          <a:ln>
            <a:solidFill>
              <a:schemeClr val="tx2">
                <a:lumMod val="50000"/>
                <a:lumOff val="50000"/>
              </a:schemeClr>
            </a:solidFill>
          </a:ln>
        </p:spPr>
        <p:txBody>
          <a:bodyPr wrap="square" rtlCol="0">
            <a:spAutoFit/>
          </a:bodyPr>
          <a:lstStyle/>
          <a:p>
            <a:r>
              <a:rPr lang="en-SG" dirty="0"/>
              <a:t>ERACK12</a:t>
            </a:r>
          </a:p>
        </p:txBody>
      </p:sp>
      <p:sp>
        <p:nvSpPr>
          <p:cNvPr id="40" name="TextBox 39">
            <a:extLst>
              <a:ext uri="{FF2B5EF4-FFF2-40B4-BE49-F238E27FC236}">
                <a16:creationId xmlns:a16="http://schemas.microsoft.com/office/drawing/2014/main" id="{48499385-4598-759D-59BC-0EA87DB99FED}"/>
              </a:ext>
            </a:extLst>
          </p:cNvPr>
          <p:cNvSpPr txBox="1"/>
          <p:nvPr/>
        </p:nvSpPr>
        <p:spPr>
          <a:xfrm>
            <a:off x="2719578" y="4754900"/>
            <a:ext cx="1127760" cy="369332"/>
          </a:xfrm>
          <a:prstGeom prst="rect">
            <a:avLst/>
          </a:prstGeom>
          <a:noFill/>
          <a:ln>
            <a:solidFill>
              <a:schemeClr val="tx2">
                <a:lumMod val="50000"/>
                <a:lumOff val="50000"/>
              </a:schemeClr>
            </a:solidFill>
          </a:ln>
        </p:spPr>
        <p:txBody>
          <a:bodyPr wrap="square" rtlCol="0">
            <a:spAutoFit/>
          </a:bodyPr>
          <a:lstStyle/>
          <a:p>
            <a:r>
              <a:rPr lang="en-SG" dirty="0"/>
              <a:t>ERACK13</a:t>
            </a:r>
          </a:p>
        </p:txBody>
      </p:sp>
      <p:sp>
        <p:nvSpPr>
          <p:cNvPr id="41" name="Rectangle 40">
            <a:extLst>
              <a:ext uri="{FF2B5EF4-FFF2-40B4-BE49-F238E27FC236}">
                <a16:creationId xmlns:a16="http://schemas.microsoft.com/office/drawing/2014/main" id="{EBFE13CE-9B28-73C6-B1EE-1AF56D64C69A}"/>
              </a:ext>
            </a:extLst>
          </p:cNvPr>
          <p:cNvSpPr/>
          <p:nvPr/>
        </p:nvSpPr>
        <p:spPr>
          <a:xfrm>
            <a:off x="8814816" y="3621591"/>
            <a:ext cx="2175510" cy="110722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2" name="TextBox 41">
            <a:extLst>
              <a:ext uri="{FF2B5EF4-FFF2-40B4-BE49-F238E27FC236}">
                <a16:creationId xmlns:a16="http://schemas.microsoft.com/office/drawing/2014/main" id="{2AFE787C-5464-733C-6C0C-F73645556663}"/>
              </a:ext>
            </a:extLst>
          </p:cNvPr>
          <p:cNvSpPr txBox="1"/>
          <p:nvPr/>
        </p:nvSpPr>
        <p:spPr>
          <a:xfrm>
            <a:off x="8814816" y="3621591"/>
            <a:ext cx="362712" cy="369332"/>
          </a:xfrm>
          <a:prstGeom prst="rect">
            <a:avLst/>
          </a:prstGeom>
          <a:noFill/>
          <a:ln>
            <a:solidFill>
              <a:schemeClr val="tx1"/>
            </a:solidFill>
          </a:ln>
        </p:spPr>
        <p:txBody>
          <a:bodyPr wrap="square" rtlCol="0">
            <a:spAutoFit/>
          </a:bodyPr>
          <a:lstStyle/>
          <a:p>
            <a:r>
              <a:rPr lang="en-SG" dirty="0"/>
              <a:t>1</a:t>
            </a:r>
          </a:p>
        </p:txBody>
      </p:sp>
      <p:sp>
        <p:nvSpPr>
          <p:cNvPr id="43" name="TextBox 42">
            <a:extLst>
              <a:ext uri="{FF2B5EF4-FFF2-40B4-BE49-F238E27FC236}">
                <a16:creationId xmlns:a16="http://schemas.microsoft.com/office/drawing/2014/main" id="{972C8F0C-9B8E-AEB4-1FC3-57C19CABD615}"/>
              </a:ext>
            </a:extLst>
          </p:cNvPr>
          <p:cNvSpPr txBox="1"/>
          <p:nvPr/>
        </p:nvSpPr>
        <p:spPr>
          <a:xfrm>
            <a:off x="8814816" y="3995107"/>
            <a:ext cx="362712" cy="369332"/>
          </a:xfrm>
          <a:prstGeom prst="rect">
            <a:avLst/>
          </a:prstGeom>
          <a:noFill/>
          <a:ln>
            <a:solidFill>
              <a:schemeClr val="tx1"/>
            </a:solidFill>
          </a:ln>
        </p:spPr>
        <p:txBody>
          <a:bodyPr wrap="square" rtlCol="0">
            <a:spAutoFit/>
          </a:bodyPr>
          <a:lstStyle/>
          <a:p>
            <a:r>
              <a:rPr lang="en-SG" dirty="0"/>
              <a:t>3</a:t>
            </a:r>
          </a:p>
        </p:txBody>
      </p:sp>
      <p:sp>
        <p:nvSpPr>
          <p:cNvPr id="44" name="TextBox 43">
            <a:extLst>
              <a:ext uri="{FF2B5EF4-FFF2-40B4-BE49-F238E27FC236}">
                <a16:creationId xmlns:a16="http://schemas.microsoft.com/office/drawing/2014/main" id="{9684C96B-52C7-8583-28A3-3D63BD72A3B8}"/>
              </a:ext>
            </a:extLst>
          </p:cNvPr>
          <p:cNvSpPr txBox="1"/>
          <p:nvPr/>
        </p:nvSpPr>
        <p:spPr>
          <a:xfrm>
            <a:off x="8814816" y="4359479"/>
            <a:ext cx="362712" cy="369332"/>
          </a:xfrm>
          <a:prstGeom prst="rect">
            <a:avLst/>
          </a:prstGeom>
          <a:noFill/>
          <a:ln>
            <a:solidFill>
              <a:schemeClr val="tx1"/>
            </a:solidFill>
          </a:ln>
        </p:spPr>
        <p:txBody>
          <a:bodyPr wrap="square" rtlCol="0">
            <a:spAutoFit/>
          </a:bodyPr>
          <a:lstStyle/>
          <a:p>
            <a:r>
              <a:rPr lang="en-SG" dirty="0"/>
              <a:t>5</a:t>
            </a:r>
          </a:p>
        </p:txBody>
      </p:sp>
      <p:sp>
        <p:nvSpPr>
          <p:cNvPr id="45" name="TextBox 44">
            <a:extLst>
              <a:ext uri="{FF2B5EF4-FFF2-40B4-BE49-F238E27FC236}">
                <a16:creationId xmlns:a16="http://schemas.microsoft.com/office/drawing/2014/main" id="{8EBADAC4-84B9-689C-75FB-E3D8245D95C8}"/>
              </a:ext>
            </a:extLst>
          </p:cNvPr>
          <p:cNvSpPr txBox="1"/>
          <p:nvPr/>
        </p:nvSpPr>
        <p:spPr>
          <a:xfrm>
            <a:off x="9177528" y="3617407"/>
            <a:ext cx="362712" cy="369332"/>
          </a:xfrm>
          <a:prstGeom prst="rect">
            <a:avLst/>
          </a:prstGeom>
          <a:noFill/>
          <a:ln>
            <a:solidFill>
              <a:schemeClr val="tx1"/>
            </a:solidFill>
          </a:ln>
        </p:spPr>
        <p:txBody>
          <a:bodyPr wrap="square" rtlCol="0">
            <a:spAutoFit/>
          </a:bodyPr>
          <a:lstStyle/>
          <a:p>
            <a:r>
              <a:rPr lang="en-SG" dirty="0"/>
              <a:t>2</a:t>
            </a:r>
          </a:p>
        </p:txBody>
      </p:sp>
      <p:sp>
        <p:nvSpPr>
          <p:cNvPr id="46" name="TextBox 45">
            <a:extLst>
              <a:ext uri="{FF2B5EF4-FFF2-40B4-BE49-F238E27FC236}">
                <a16:creationId xmlns:a16="http://schemas.microsoft.com/office/drawing/2014/main" id="{E3414687-C03C-7C00-8C79-799BA8B7514E}"/>
              </a:ext>
            </a:extLst>
          </p:cNvPr>
          <p:cNvSpPr txBox="1"/>
          <p:nvPr/>
        </p:nvSpPr>
        <p:spPr>
          <a:xfrm>
            <a:off x="9176004" y="3990923"/>
            <a:ext cx="362712" cy="369332"/>
          </a:xfrm>
          <a:prstGeom prst="rect">
            <a:avLst/>
          </a:prstGeom>
          <a:noFill/>
          <a:ln>
            <a:solidFill>
              <a:schemeClr val="tx1"/>
            </a:solidFill>
          </a:ln>
        </p:spPr>
        <p:txBody>
          <a:bodyPr wrap="square" rtlCol="0">
            <a:spAutoFit/>
          </a:bodyPr>
          <a:lstStyle/>
          <a:p>
            <a:r>
              <a:rPr lang="en-SG" dirty="0"/>
              <a:t>4</a:t>
            </a:r>
          </a:p>
        </p:txBody>
      </p:sp>
      <p:sp>
        <p:nvSpPr>
          <p:cNvPr id="47" name="TextBox 46">
            <a:extLst>
              <a:ext uri="{FF2B5EF4-FFF2-40B4-BE49-F238E27FC236}">
                <a16:creationId xmlns:a16="http://schemas.microsoft.com/office/drawing/2014/main" id="{0B4308B1-E16D-D3A9-648D-1F42F9C42048}"/>
              </a:ext>
            </a:extLst>
          </p:cNvPr>
          <p:cNvSpPr txBox="1"/>
          <p:nvPr/>
        </p:nvSpPr>
        <p:spPr>
          <a:xfrm>
            <a:off x="9176004" y="4351111"/>
            <a:ext cx="362712" cy="369332"/>
          </a:xfrm>
          <a:prstGeom prst="rect">
            <a:avLst/>
          </a:prstGeom>
          <a:noFill/>
          <a:ln>
            <a:solidFill>
              <a:schemeClr val="tx1"/>
            </a:solidFill>
          </a:ln>
        </p:spPr>
        <p:txBody>
          <a:bodyPr wrap="square" rtlCol="0">
            <a:spAutoFit/>
          </a:bodyPr>
          <a:lstStyle/>
          <a:p>
            <a:r>
              <a:rPr lang="en-SG" dirty="0"/>
              <a:t>6</a:t>
            </a:r>
          </a:p>
        </p:txBody>
      </p:sp>
      <p:sp>
        <p:nvSpPr>
          <p:cNvPr id="48" name="TextBox 47">
            <a:extLst>
              <a:ext uri="{FF2B5EF4-FFF2-40B4-BE49-F238E27FC236}">
                <a16:creationId xmlns:a16="http://schemas.microsoft.com/office/drawing/2014/main" id="{AFCF62D8-2B3C-5C9B-64F8-4B0C0625FE6F}"/>
              </a:ext>
            </a:extLst>
          </p:cNvPr>
          <p:cNvSpPr txBox="1"/>
          <p:nvPr/>
        </p:nvSpPr>
        <p:spPr>
          <a:xfrm>
            <a:off x="9529572" y="3617407"/>
            <a:ext cx="362712" cy="369332"/>
          </a:xfrm>
          <a:prstGeom prst="rect">
            <a:avLst/>
          </a:prstGeom>
          <a:noFill/>
          <a:ln>
            <a:solidFill>
              <a:schemeClr val="tx1"/>
            </a:solidFill>
          </a:ln>
        </p:spPr>
        <p:txBody>
          <a:bodyPr wrap="square" rtlCol="0">
            <a:spAutoFit/>
          </a:bodyPr>
          <a:lstStyle/>
          <a:p>
            <a:r>
              <a:rPr lang="en-SG" dirty="0"/>
              <a:t>1</a:t>
            </a:r>
          </a:p>
        </p:txBody>
      </p:sp>
      <p:sp>
        <p:nvSpPr>
          <p:cNvPr id="49" name="TextBox 48">
            <a:extLst>
              <a:ext uri="{FF2B5EF4-FFF2-40B4-BE49-F238E27FC236}">
                <a16:creationId xmlns:a16="http://schemas.microsoft.com/office/drawing/2014/main" id="{475CD398-3C39-4B7B-FFA6-0319DFBCBC8C}"/>
              </a:ext>
            </a:extLst>
          </p:cNvPr>
          <p:cNvSpPr txBox="1"/>
          <p:nvPr/>
        </p:nvSpPr>
        <p:spPr>
          <a:xfrm>
            <a:off x="9529572" y="3990923"/>
            <a:ext cx="362712" cy="369332"/>
          </a:xfrm>
          <a:prstGeom prst="rect">
            <a:avLst/>
          </a:prstGeom>
          <a:noFill/>
          <a:ln>
            <a:solidFill>
              <a:schemeClr val="tx1"/>
            </a:solidFill>
          </a:ln>
        </p:spPr>
        <p:txBody>
          <a:bodyPr wrap="square" rtlCol="0">
            <a:spAutoFit/>
          </a:bodyPr>
          <a:lstStyle/>
          <a:p>
            <a:r>
              <a:rPr lang="en-SG" dirty="0"/>
              <a:t>3</a:t>
            </a:r>
          </a:p>
        </p:txBody>
      </p:sp>
      <p:sp>
        <p:nvSpPr>
          <p:cNvPr id="50" name="TextBox 49">
            <a:extLst>
              <a:ext uri="{FF2B5EF4-FFF2-40B4-BE49-F238E27FC236}">
                <a16:creationId xmlns:a16="http://schemas.microsoft.com/office/drawing/2014/main" id="{34F9F8D8-BC46-BEC4-43D9-1EBD31DBB140}"/>
              </a:ext>
            </a:extLst>
          </p:cNvPr>
          <p:cNvSpPr txBox="1"/>
          <p:nvPr/>
        </p:nvSpPr>
        <p:spPr>
          <a:xfrm>
            <a:off x="9529572" y="4355295"/>
            <a:ext cx="362712" cy="369332"/>
          </a:xfrm>
          <a:prstGeom prst="rect">
            <a:avLst/>
          </a:prstGeom>
          <a:noFill/>
          <a:ln>
            <a:solidFill>
              <a:schemeClr val="tx1"/>
            </a:solidFill>
          </a:ln>
        </p:spPr>
        <p:txBody>
          <a:bodyPr wrap="square" rtlCol="0">
            <a:spAutoFit/>
          </a:bodyPr>
          <a:lstStyle/>
          <a:p>
            <a:r>
              <a:rPr lang="en-SG" dirty="0"/>
              <a:t>5</a:t>
            </a:r>
          </a:p>
        </p:txBody>
      </p:sp>
      <p:sp>
        <p:nvSpPr>
          <p:cNvPr id="51" name="TextBox 50">
            <a:extLst>
              <a:ext uri="{FF2B5EF4-FFF2-40B4-BE49-F238E27FC236}">
                <a16:creationId xmlns:a16="http://schemas.microsoft.com/office/drawing/2014/main" id="{3E589264-A755-91A6-9327-4C14F6EDB32D}"/>
              </a:ext>
            </a:extLst>
          </p:cNvPr>
          <p:cNvSpPr txBox="1"/>
          <p:nvPr/>
        </p:nvSpPr>
        <p:spPr>
          <a:xfrm>
            <a:off x="9892284" y="3613223"/>
            <a:ext cx="362712" cy="369332"/>
          </a:xfrm>
          <a:prstGeom prst="rect">
            <a:avLst/>
          </a:prstGeom>
          <a:noFill/>
          <a:ln>
            <a:solidFill>
              <a:schemeClr val="tx1"/>
            </a:solidFill>
          </a:ln>
        </p:spPr>
        <p:txBody>
          <a:bodyPr wrap="square" rtlCol="0">
            <a:spAutoFit/>
          </a:bodyPr>
          <a:lstStyle/>
          <a:p>
            <a:r>
              <a:rPr lang="en-SG" dirty="0"/>
              <a:t>2</a:t>
            </a:r>
          </a:p>
        </p:txBody>
      </p:sp>
      <p:sp>
        <p:nvSpPr>
          <p:cNvPr id="52" name="TextBox 51">
            <a:extLst>
              <a:ext uri="{FF2B5EF4-FFF2-40B4-BE49-F238E27FC236}">
                <a16:creationId xmlns:a16="http://schemas.microsoft.com/office/drawing/2014/main" id="{9E67D915-27A4-3AB2-6934-91D65EE7A07A}"/>
              </a:ext>
            </a:extLst>
          </p:cNvPr>
          <p:cNvSpPr txBox="1"/>
          <p:nvPr/>
        </p:nvSpPr>
        <p:spPr>
          <a:xfrm>
            <a:off x="9890760" y="3986739"/>
            <a:ext cx="362712" cy="369332"/>
          </a:xfrm>
          <a:prstGeom prst="rect">
            <a:avLst/>
          </a:prstGeom>
          <a:noFill/>
          <a:ln>
            <a:solidFill>
              <a:schemeClr val="tx1"/>
            </a:solidFill>
          </a:ln>
        </p:spPr>
        <p:txBody>
          <a:bodyPr wrap="square" rtlCol="0">
            <a:spAutoFit/>
          </a:bodyPr>
          <a:lstStyle/>
          <a:p>
            <a:r>
              <a:rPr lang="en-SG" dirty="0"/>
              <a:t>4</a:t>
            </a:r>
          </a:p>
        </p:txBody>
      </p:sp>
      <p:sp>
        <p:nvSpPr>
          <p:cNvPr id="53" name="TextBox 52">
            <a:extLst>
              <a:ext uri="{FF2B5EF4-FFF2-40B4-BE49-F238E27FC236}">
                <a16:creationId xmlns:a16="http://schemas.microsoft.com/office/drawing/2014/main" id="{8142A169-85A2-FDD6-167A-D459D4ED43E5}"/>
              </a:ext>
            </a:extLst>
          </p:cNvPr>
          <p:cNvSpPr txBox="1"/>
          <p:nvPr/>
        </p:nvSpPr>
        <p:spPr>
          <a:xfrm>
            <a:off x="9890760" y="4346927"/>
            <a:ext cx="362712" cy="369332"/>
          </a:xfrm>
          <a:prstGeom prst="rect">
            <a:avLst/>
          </a:prstGeom>
          <a:noFill/>
          <a:ln>
            <a:solidFill>
              <a:schemeClr val="tx1"/>
            </a:solidFill>
          </a:ln>
        </p:spPr>
        <p:txBody>
          <a:bodyPr wrap="square" rtlCol="0">
            <a:spAutoFit/>
          </a:bodyPr>
          <a:lstStyle/>
          <a:p>
            <a:r>
              <a:rPr lang="en-SG" dirty="0"/>
              <a:t>6</a:t>
            </a:r>
          </a:p>
        </p:txBody>
      </p:sp>
      <p:sp>
        <p:nvSpPr>
          <p:cNvPr id="54" name="TextBox 53">
            <a:extLst>
              <a:ext uri="{FF2B5EF4-FFF2-40B4-BE49-F238E27FC236}">
                <a16:creationId xmlns:a16="http://schemas.microsoft.com/office/drawing/2014/main" id="{0A97B932-23B1-2294-9188-CEBAF387C8D2}"/>
              </a:ext>
            </a:extLst>
          </p:cNvPr>
          <p:cNvSpPr txBox="1"/>
          <p:nvPr/>
        </p:nvSpPr>
        <p:spPr>
          <a:xfrm>
            <a:off x="10266426" y="3625775"/>
            <a:ext cx="362712" cy="369332"/>
          </a:xfrm>
          <a:prstGeom prst="rect">
            <a:avLst/>
          </a:prstGeom>
          <a:noFill/>
          <a:ln>
            <a:solidFill>
              <a:schemeClr val="tx1"/>
            </a:solidFill>
          </a:ln>
        </p:spPr>
        <p:txBody>
          <a:bodyPr wrap="square" rtlCol="0">
            <a:spAutoFit/>
          </a:bodyPr>
          <a:lstStyle/>
          <a:p>
            <a:r>
              <a:rPr lang="en-SG" dirty="0"/>
              <a:t>1</a:t>
            </a:r>
          </a:p>
        </p:txBody>
      </p:sp>
      <p:sp>
        <p:nvSpPr>
          <p:cNvPr id="55" name="TextBox 54">
            <a:extLst>
              <a:ext uri="{FF2B5EF4-FFF2-40B4-BE49-F238E27FC236}">
                <a16:creationId xmlns:a16="http://schemas.microsoft.com/office/drawing/2014/main" id="{3DD3BB7D-F058-D9CB-2ABF-E86B039770F4}"/>
              </a:ext>
            </a:extLst>
          </p:cNvPr>
          <p:cNvSpPr txBox="1"/>
          <p:nvPr/>
        </p:nvSpPr>
        <p:spPr>
          <a:xfrm>
            <a:off x="10266426" y="3999291"/>
            <a:ext cx="362712" cy="369332"/>
          </a:xfrm>
          <a:prstGeom prst="rect">
            <a:avLst/>
          </a:prstGeom>
          <a:noFill/>
          <a:ln>
            <a:solidFill>
              <a:schemeClr val="tx1"/>
            </a:solidFill>
          </a:ln>
        </p:spPr>
        <p:txBody>
          <a:bodyPr wrap="square" rtlCol="0">
            <a:spAutoFit/>
          </a:bodyPr>
          <a:lstStyle/>
          <a:p>
            <a:r>
              <a:rPr lang="en-SG" dirty="0"/>
              <a:t>3</a:t>
            </a:r>
          </a:p>
        </p:txBody>
      </p:sp>
      <p:sp>
        <p:nvSpPr>
          <p:cNvPr id="56" name="TextBox 55">
            <a:extLst>
              <a:ext uri="{FF2B5EF4-FFF2-40B4-BE49-F238E27FC236}">
                <a16:creationId xmlns:a16="http://schemas.microsoft.com/office/drawing/2014/main" id="{1439A134-6333-72BC-2821-BADA991E28D3}"/>
              </a:ext>
            </a:extLst>
          </p:cNvPr>
          <p:cNvSpPr txBox="1"/>
          <p:nvPr/>
        </p:nvSpPr>
        <p:spPr>
          <a:xfrm>
            <a:off x="10266426" y="4363663"/>
            <a:ext cx="362712" cy="369332"/>
          </a:xfrm>
          <a:prstGeom prst="rect">
            <a:avLst/>
          </a:prstGeom>
          <a:noFill/>
          <a:ln>
            <a:solidFill>
              <a:schemeClr val="tx1"/>
            </a:solidFill>
          </a:ln>
        </p:spPr>
        <p:txBody>
          <a:bodyPr wrap="square" rtlCol="0">
            <a:spAutoFit/>
          </a:bodyPr>
          <a:lstStyle/>
          <a:p>
            <a:r>
              <a:rPr lang="en-SG" dirty="0"/>
              <a:t>5</a:t>
            </a:r>
          </a:p>
        </p:txBody>
      </p:sp>
      <p:sp>
        <p:nvSpPr>
          <p:cNvPr id="57" name="TextBox 56">
            <a:extLst>
              <a:ext uri="{FF2B5EF4-FFF2-40B4-BE49-F238E27FC236}">
                <a16:creationId xmlns:a16="http://schemas.microsoft.com/office/drawing/2014/main" id="{9399808C-6BFD-6F40-6A29-C717B2DFF4C1}"/>
              </a:ext>
            </a:extLst>
          </p:cNvPr>
          <p:cNvSpPr txBox="1"/>
          <p:nvPr/>
        </p:nvSpPr>
        <p:spPr>
          <a:xfrm>
            <a:off x="10629138" y="3621591"/>
            <a:ext cx="362712" cy="369332"/>
          </a:xfrm>
          <a:prstGeom prst="rect">
            <a:avLst/>
          </a:prstGeom>
          <a:noFill/>
          <a:ln>
            <a:solidFill>
              <a:schemeClr val="tx1"/>
            </a:solidFill>
          </a:ln>
        </p:spPr>
        <p:txBody>
          <a:bodyPr wrap="square" rtlCol="0">
            <a:spAutoFit/>
          </a:bodyPr>
          <a:lstStyle/>
          <a:p>
            <a:r>
              <a:rPr lang="en-SG" dirty="0"/>
              <a:t>2</a:t>
            </a:r>
          </a:p>
        </p:txBody>
      </p:sp>
      <p:sp>
        <p:nvSpPr>
          <p:cNvPr id="58" name="TextBox 57">
            <a:extLst>
              <a:ext uri="{FF2B5EF4-FFF2-40B4-BE49-F238E27FC236}">
                <a16:creationId xmlns:a16="http://schemas.microsoft.com/office/drawing/2014/main" id="{43992F8E-783B-6096-00B8-F0BB9D442629}"/>
              </a:ext>
            </a:extLst>
          </p:cNvPr>
          <p:cNvSpPr txBox="1"/>
          <p:nvPr/>
        </p:nvSpPr>
        <p:spPr>
          <a:xfrm>
            <a:off x="10627614" y="3995107"/>
            <a:ext cx="362712" cy="369332"/>
          </a:xfrm>
          <a:prstGeom prst="rect">
            <a:avLst/>
          </a:prstGeom>
          <a:noFill/>
          <a:ln>
            <a:solidFill>
              <a:schemeClr val="tx1"/>
            </a:solidFill>
          </a:ln>
        </p:spPr>
        <p:txBody>
          <a:bodyPr wrap="square" rtlCol="0">
            <a:spAutoFit/>
          </a:bodyPr>
          <a:lstStyle/>
          <a:p>
            <a:r>
              <a:rPr lang="en-SG" dirty="0"/>
              <a:t>4</a:t>
            </a:r>
          </a:p>
        </p:txBody>
      </p:sp>
      <p:sp>
        <p:nvSpPr>
          <p:cNvPr id="59" name="TextBox 58">
            <a:extLst>
              <a:ext uri="{FF2B5EF4-FFF2-40B4-BE49-F238E27FC236}">
                <a16:creationId xmlns:a16="http://schemas.microsoft.com/office/drawing/2014/main" id="{DDFF5547-8F03-C709-8495-16CE7D10DE5F}"/>
              </a:ext>
            </a:extLst>
          </p:cNvPr>
          <p:cNvSpPr txBox="1"/>
          <p:nvPr/>
        </p:nvSpPr>
        <p:spPr>
          <a:xfrm>
            <a:off x="10634091" y="4372807"/>
            <a:ext cx="362712" cy="369332"/>
          </a:xfrm>
          <a:prstGeom prst="rect">
            <a:avLst/>
          </a:prstGeom>
          <a:noFill/>
          <a:ln>
            <a:solidFill>
              <a:schemeClr val="tx1"/>
            </a:solidFill>
          </a:ln>
        </p:spPr>
        <p:txBody>
          <a:bodyPr wrap="square" rtlCol="0">
            <a:spAutoFit/>
          </a:bodyPr>
          <a:lstStyle/>
          <a:p>
            <a:r>
              <a:rPr lang="en-SG" dirty="0"/>
              <a:t>6</a:t>
            </a:r>
          </a:p>
        </p:txBody>
      </p:sp>
      <p:sp>
        <p:nvSpPr>
          <p:cNvPr id="60" name="TextBox 59">
            <a:extLst>
              <a:ext uri="{FF2B5EF4-FFF2-40B4-BE49-F238E27FC236}">
                <a16:creationId xmlns:a16="http://schemas.microsoft.com/office/drawing/2014/main" id="{6494F415-4517-38AD-7236-19289CF73BD9}"/>
              </a:ext>
            </a:extLst>
          </p:cNvPr>
          <p:cNvSpPr txBox="1"/>
          <p:nvPr/>
        </p:nvSpPr>
        <p:spPr>
          <a:xfrm>
            <a:off x="8949690" y="2958142"/>
            <a:ext cx="2023872" cy="646331"/>
          </a:xfrm>
          <a:prstGeom prst="rect">
            <a:avLst/>
          </a:prstGeom>
          <a:noFill/>
          <a:ln>
            <a:noFill/>
          </a:ln>
        </p:spPr>
        <p:txBody>
          <a:bodyPr wrap="square" rtlCol="0">
            <a:spAutoFit/>
          </a:bodyPr>
          <a:lstStyle/>
          <a:p>
            <a:pPr algn="ctr"/>
            <a:r>
              <a:rPr lang="en-SG" dirty="0"/>
              <a:t>OUTPUT RACK: </a:t>
            </a:r>
            <a:r>
              <a:rPr lang="en-SG" b="1" dirty="0"/>
              <a:t>OUTPUT1</a:t>
            </a:r>
          </a:p>
        </p:txBody>
      </p:sp>
      <p:sp>
        <p:nvSpPr>
          <p:cNvPr id="61" name="TextBox 60">
            <a:extLst>
              <a:ext uri="{FF2B5EF4-FFF2-40B4-BE49-F238E27FC236}">
                <a16:creationId xmlns:a16="http://schemas.microsoft.com/office/drawing/2014/main" id="{4EAA61A9-440B-4771-6445-A578017F9D1E}"/>
              </a:ext>
            </a:extLst>
          </p:cNvPr>
          <p:cNvSpPr txBox="1"/>
          <p:nvPr/>
        </p:nvSpPr>
        <p:spPr>
          <a:xfrm>
            <a:off x="8201787" y="4726331"/>
            <a:ext cx="1303020" cy="369332"/>
          </a:xfrm>
          <a:prstGeom prst="rect">
            <a:avLst/>
          </a:prstGeom>
          <a:noFill/>
          <a:ln>
            <a:solidFill>
              <a:schemeClr val="tx2">
                <a:lumMod val="50000"/>
                <a:lumOff val="50000"/>
              </a:schemeClr>
            </a:solidFill>
          </a:ln>
        </p:spPr>
        <p:txBody>
          <a:bodyPr wrap="square" rtlCol="0">
            <a:spAutoFit/>
          </a:bodyPr>
          <a:lstStyle/>
          <a:p>
            <a:r>
              <a:rPr lang="en-SG" dirty="0"/>
              <a:t>OUTPUT11</a:t>
            </a:r>
          </a:p>
        </p:txBody>
      </p:sp>
      <p:sp>
        <p:nvSpPr>
          <p:cNvPr id="62" name="TextBox 61">
            <a:extLst>
              <a:ext uri="{FF2B5EF4-FFF2-40B4-BE49-F238E27FC236}">
                <a16:creationId xmlns:a16="http://schemas.microsoft.com/office/drawing/2014/main" id="{176A9D44-CC63-1A54-CA3A-D1BD2890C3FF}"/>
              </a:ext>
            </a:extLst>
          </p:cNvPr>
          <p:cNvSpPr txBox="1"/>
          <p:nvPr/>
        </p:nvSpPr>
        <p:spPr>
          <a:xfrm>
            <a:off x="9397746" y="4728035"/>
            <a:ext cx="1298448" cy="369332"/>
          </a:xfrm>
          <a:prstGeom prst="rect">
            <a:avLst/>
          </a:prstGeom>
          <a:noFill/>
          <a:ln>
            <a:solidFill>
              <a:schemeClr val="tx2">
                <a:lumMod val="50000"/>
                <a:lumOff val="50000"/>
              </a:schemeClr>
            </a:solidFill>
          </a:ln>
        </p:spPr>
        <p:txBody>
          <a:bodyPr wrap="square" rtlCol="0">
            <a:spAutoFit/>
          </a:bodyPr>
          <a:lstStyle/>
          <a:p>
            <a:r>
              <a:rPr lang="en-SG" dirty="0"/>
              <a:t>OUTPUT12</a:t>
            </a:r>
          </a:p>
        </p:txBody>
      </p:sp>
      <p:sp>
        <p:nvSpPr>
          <p:cNvPr id="63" name="TextBox 62">
            <a:extLst>
              <a:ext uri="{FF2B5EF4-FFF2-40B4-BE49-F238E27FC236}">
                <a16:creationId xmlns:a16="http://schemas.microsoft.com/office/drawing/2014/main" id="{D77C7EC9-AFB7-4330-8134-12BD0C287FF7}"/>
              </a:ext>
            </a:extLst>
          </p:cNvPr>
          <p:cNvSpPr txBox="1"/>
          <p:nvPr/>
        </p:nvSpPr>
        <p:spPr>
          <a:xfrm>
            <a:off x="10600182" y="4729739"/>
            <a:ext cx="1333500" cy="369332"/>
          </a:xfrm>
          <a:prstGeom prst="rect">
            <a:avLst/>
          </a:prstGeom>
          <a:noFill/>
          <a:ln>
            <a:solidFill>
              <a:schemeClr val="tx2">
                <a:lumMod val="50000"/>
                <a:lumOff val="50000"/>
              </a:schemeClr>
            </a:solidFill>
          </a:ln>
        </p:spPr>
        <p:txBody>
          <a:bodyPr wrap="square" rtlCol="0">
            <a:spAutoFit/>
          </a:bodyPr>
          <a:lstStyle/>
          <a:p>
            <a:r>
              <a:rPr lang="en-SG" dirty="0"/>
              <a:t>OUTPUT13</a:t>
            </a:r>
          </a:p>
        </p:txBody>
      </p:sp>
      <p:pic>
        <p:nvPicPr>
          <p:cNvPr id="1025" name="Picture 1">
            <a:extLst>
              <a:ext uri="{FF2B5EF4-FFF2-40B4-BE49-F238E27FC236}">
                <a16:creationId xmlns:a16="http://schemas.microsoft.com/office/drawing/2014/main" id="{EBEEA78D-DC18-329B-FD83-4ADFF42DFF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3074" y="3631338"/>
            <a:ext cx="1381125" cy="1990725"/>
          </a:xfrm>
          <a:prstGeom prst="rect">
            <a:avLst/>
          </a:prstGeom>
          <a:noFill/>
          <a:extLst>
            <a:ext uri="{909E8E84-426E-40DD-AFC4-6F175D3DCCD1}">
              <a14:hiddenFill xmlns:a14="http://schemas.microsoft.com/office/drawing/2010/main">
                <a:solidFill>
                  <a:srgbClr val="FFFFFF"/>
                </a:solidFill>
              </a14:hiddenFill>
            </a:ext>
          </a:extLst>
        </p:spPr>
      </p:pic>
      <p:sp>
        <p:nvSpPr>
          <p:cNvPr id="111" name="TextBox 110">
            <a:extLst>
              <a:ext uri="{FF2B5EF4-FFF2-40B4-BE49-F238E27FC236}">
                <a16:creationId xmlns:a16="http://schemas.microsoft.com/office/drawing/2014/main" id="{BD2A79BA-CBE8-3F39-ADC5-549252D50BC4}"/>
              </a:ext>
            </a:extLst>
          </p:cNvPr>
          <p:cNvSpPr txBox="1"/>
          <p:nvPr/>
        </p:nvSpPr>
        <p:spPr>
          <a:xfrm>
            <a:off x="5196974" y="5638109"/>
            <a:ext cx="913638" cy="369332"/>
          </a:xfrm>
          <a:prstGeom prst="rect">
            <a:avLst/>
          </a:prstGeom>
          <a:noFill/>
          <a:ln>
            <a:solidFill>
              <a:schemeClr val="tx1"/>
            </a:solidFill>
          </a:ln>
        </p:spPr>
        <p:txBody>
          <a:bodyPr wrap="square" rtlCol="0">
            <a:spAutoFit/>
          </a:bodyPr>
          <a:lstStyle/>
          <a:p>
            <a:r>
              <a:rPr lang="en-SG" b="1" dirty="0" err="1"/>
              <a:t>MoMa</a:t>
            </a:r>
            <a:endParaRPr lang="en-SG" b="1" dirty="0"/>
          </a:p>
        </p:txBody>
      </p:sp>
      <p:sp>
        <p:nvSpPr>
          <p:cNvPr id="112" name="TextBox 111">
            <a:extLst>
              <a:ext uri="{FF2B5EF4-FFF2-40B4-BE49-F238E27FC236}">
                <a16:creationId xmlns:a16="http://schemas.microsoft.com/office/drawing/2014/main" id="{8694CE9A-EF24-C9DF-2AB1-279BD88EE876}"/>
              </a:ext>
            </a:extLst>
          </p:cNvPr>
          <p:cNvSpPr txBox="1"/>
          <p:nvPr/>
        </p:nvSpPr>
        <p:spPr>
          <a:xfrm>
            <a:off x="2855976" y="3209544"/>
            <a:ext cx="328422" cy="369332"/>
          </a:xfrm>
          <a:prstGeom prst="rect">
            <a:avLst/>
          </a:prstGeom>
          <a:noFill/>
          <a:ln>
            <a:solidFill>
              <a:schemeClr val="tx1"/>
            </a:solidFill>
          </a:ln>
        </p:spPr>
        <p:txBody>
          <a:bodyPr wrap="square" rtlCol="0">
            <a:spAutoFit/>
          </a:bodyPr>
          <a:lstStyle/>
          <a:p>
            <a:r>
              <a:rPr lang="en-SG" b="1" dirty="0">
                <a:solidFill>
                  <a:srgbClr val="7030A0"/>
                </a:solidFill>
              </a:rPr>
              <a:t>1</a:t>
            </a:r>
          </a:p>
        </p:txBody>
      </p:sp>
      <p:sp>
        <p:nvSpPr>
          <p:cNvPr id="113" name="TextBox 112">
            <a:extLst>
              <a:ext uri="{FF2B5EF4-FFF2-40B4-BE49-F238E27FC236}">
                <a16:creationId xmlns:a16="http://schemas.microsoft.com/office/drawing/2014/main" id="{B6D87D3B-4A43-86CE-C6AF-18DFE04725B9}"/>
              </a:ext>
            </a:extLst>
          </p:cNvPr>
          <p:cNvSpPr txBox="1"/>
          <p:nvPr/>
        </p:nvSpPr>
        <p:spPr>
          <a:xfrm>
            <a:off x="4460748" y="2416413"/>
            <a:ext cx="328422" cy="369332"/>
          </a:xfrm>
          <a:prstGeom prst="rect">
            <a:avLst/>
          </a:prstGeom>
          <a:noFill/>
          <a:ln>
            <a:solidFill>
              <a:schemeClr val="tx1"/>
            </a:solidFill>
          </a:ln>
        </p:spPr>
        <p:txBody>
          <a:bodyPr wrap="square" rtlCol="0">
            <a:spAutoFit/>
          </a:bodyPr>
          <a:lstStyle/>
          <a:p>
            <a:r>
              <a:rPr lang="en-SG" b="1" dirty="0">
                <a:solidFill>
                  <a:srgbClr val="7030A0"/>
                </a:solidFill>
              </a:rPr>
              <a:t>2</a:t>
            </a:r>
          </a:p>
        </p:txBody>
      </p:sp>
      <p:sp>
        <p:nvSpPr>
          <p:cNvPr id="116" name="TextBox 115">
            <a:extLst>
              <a:ext uri="{FF2B5EF4-FFF2-40B4-BE49-F238E27FC236}">
                <a16:creationId xmlns:a16="http://schemas.microsoft.com/office/drawing/2014/main" id="{6F9D94C7-98BE-EBF7-CE12-968ACD0DD23E}"/>
              </a:ext>
            </a:extLst>
          </p:cNvPr>
          <p:cNvSpPr txBox="1"/>
          <p:nvPr/>
        </p:nvSpPr>
        <p:spPr>
          <a:xfrm>
            <a:off x="6943344" y="2454775"/>
            <a:ext cx="328422" cy="369332"/>
          </a:xfrm>
          <a:prstGeom prst="rect">
            <a:avLst/>
          </a:prstGeom>
          <a:noFill/>
          <a:ln>
            <a:solidFill>
              <a:schemeClr val="tx1"/>
            </a:solidFill>
          </a:ln>
        </p:spPr>
        <p:txBody>
          <a:bodyPr wrap="square" rtlCol="0">
            <a:spAutoFit/>
          </a:bodyPr>
          <a:lstStyle/>
          <a:p>
            <a:r>
              <a:rPr lang="en-SG" b="1" dirty="0">
                <a:solidFill>
                  <a:srgbClr val="7030A0"/>
                </a:solidFill>
              </a:rPr>
              <a:t>1</a:t>
            </a:r>
          </a:p>
        </p:txBody>
      </p:sp>
      <p:sp>
        <p:nvSpPr>
          <p:cNvPr id="117" name="TextBox 116">
            <a:extLst>
              <a:ext uri="{FF2B5EF4-FFF2-40B4-BE49-F238E27FC236}">
                <a16:creationId xmlns:a16="http://schemas.microsoft.com/office/drawing/2014/main" id="{9CBBFE76-23E8-423F-5F0D-99503360EA67}"/>
              </a:ext>
            </a:extLst>
          </p:cNvPr>
          <p:cNvSpPr txBox="1"/>
          <p:nvPr/>
        </p:nvSpPr>
        <p:spPr>
          <a:xfrm>
            <a:off x="8785479" y="3184791"/>
            <a:ext cx="328422" cy="369332"/>
          </a:xfrm>
          <a:prstGeom prst="rect">
            <a:avLst/>
          </a:prstGeom>
          <a:noFill/>
          <a:ln>
            <a:solidFill>
              <a:schemeClr val="tx1"/>
            </a:solidFill>
          </a:ln>
        </p:spPr>
        <p:txBody>
          <a:bodyPr wrap="square" rtlCol="0">
            <a:spAutoFit/>
          </a:bodyPr>
          <a:lstStyle/>
          <a:p>
            <a:r>
              <a:rPr lang="en-SG" b="1" dirty="0">
                <a:solidFill>
                  <a:srgbClr val="7030A0"/>
                </a:solidFill>
              </a:rPr>
              <a:t>2</a:t>
            </a:r>
          </a:p>
        </p:txBody>
      </p:sp>
      <p:cxnSp>
        <p:nvCxnSpPr>
          <p:cNvPr id="119" name="Straight Arrow Connector 118">
            <a:extLst>
              <a:ext uri="{FF2B5EF4-FFF2-40B4-BE49-F238E27FC236}">
                <a16:creationId xmlns:a16="http://schemas.microsoft.com/office/drawing/2014/main" id="{40071227-8826-5274-C632-BA34E2F79B93}"/>
              </a:ext>
            </a:extLst>
          </p:cNvPr>
          <p:cNvCxnSpPr/>
          <p:nvPr/>
        </p:nvCxnSpPr>
        <p:spPr>
          <a:xfrm flipV="1">
            <a:off x="3283458" y="2668302"/>
            <a:ext cx="1059942" cy="701155"/>
          </a:xfrm>
          <a:prstGeom prst="straightConnector1">
            <a:avLst/>
          </a:prstGeom>
          <a:ln w="38100">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120" name="TextBox 119">
            <a:extLst>
              <a:ext uri="{FF2B5EF4-FFF2-40B4-BE49-F238E27FC236}">
                <a16:creationId xmlns:a16="http://schemas.microsoft.com/office/drawing/2014/main" id="{C186CBF4-E165-68D3-BBDF-F5A89A4A03C7}"/>
              </a:ext>
            </a:extLst>
          </p:cNvPr>
          <p:cNvSpPr txBox="1"/>
          <p:nvPr/>
        </p:nvSpPr>
        <p:spPr>
          <a:xfrm rot="19588222">
            <a:off x="3183779" y="2635546"/>
            <a:ext cx="913638" cy="369332"/>
          </a:xfrm>
          <a:prstGeom prst="rect">
            <a:avLst/>
          </a:prstGeom>
          <a:noFill/>
          <a:ln>
            <a:solidFill>
              <a:schemeClr val="tx1"/>
            </a:solidFill>
          </a:ln>
        </p:spPr>
        <p:txBody>
          <a:bodyPr wrap="square" rtlCol="0">
            <a:spAutoFit/>
          </a:bodyPr>
          <a:lstStyle/>
          <a:p>
            <a:r>
              <a:rPr lang="en-SG" b="1" dirty="0">
                <a:solidFill>
                  <a:srgbClr val="7030A0"/>
                </a:solidFill>
              </a:rPr>
              <a:t>EV</a:t>
            </a:r>
          </a:p>
        </p:txBody>
      </p:sp>
      <p:cxnSp>
        <p:nvCxnSpPr>
          <p:cNvPr id="121" name="Straight Arrow Connector 120">
            <a:extLst>
              <a:ext uri="{FF2B5EF4-FFF2-40B4-BE49-F238E27FC236}">
                <a16:creationId xmlns:a16="http://schemas.microsoft.com/office/drawing/2014/main" id="{C7BBF092-A8E1-2203-EB37-C7D131EF6DE4}"/>
              </a:ext>
            </a:extLst>
          </p:cNvPr>
          <p:cNvCxnSpPr>
            <a:cxnSpLocks/>
          </p:cNvCxnSpPr>
          <p:nvPr/>
        </p:nvCxnSpPr>
        <p:spPr>
          <a:xfrm>
            <a:off x="7418019" y="2702207"/>
            <a:ext cx="1282024" cy="482584"/>
          </a:xfrm>
          <a:prstGeom prst="straightConnector1">
            <a:avLst/>
          </a:prstGeom>
          <a:ln w="38100">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122" name="TextBox 121">
            <a:extLst>
              <a:ext uri="{FF2B5EF4-FFF2-40B4-BE49-F238E27FC236}">
                <a16:creationId xmlns:a16="http://schemas.microsoft.com/office/drawing/2014/main" id="{D1C458E3-4FAA-C888-07F2-858CFED06D8A}"/>
              </a:ext>
            </a:extLst>
          </p:cNvPr>
          <p:cNvSpPr txBox="1"/>
          <p:nvPr/>
        </p:nvSpPr>
        <p:spPr>
          <a:xfrm rot="1230191">
            <a:off x="7639892" y="2497491"/>
            <a:ext cx="913638" cy="369332"/>
          </a:xfrm>
          <a:prstGeom prst="rect">
            <a:avLst/>
          </a:prstGeom>
          <a:noFill/>
          <a:ln>
            <a:solidFill>
              <a:schemeClr val="tx1"/>
            </a:solidFill>
          </a:ln>
        </p:spPr>
        <p:txBody>
          <a:bodyPr wrap="square" rtlCol="0">
            <a:spAutoFit/>
          </a:bodyPr>
          <a:lstStyle/>
          <a:p>
            <a:r>
              <a:rPr lang="en-SG" b="1" dirty="0">
                <a:solidFill>
                  <a:srgbClr val="7030A0"/>
                </a:solidFill>
              </a:rPr>
              <a:t>PDUV</a:t>
            </a:r>
          </a:p>
        </p:txBody>
      </p:sp>
      <p:sp>
        <p:nvSpPr>
          <p:cNvPr id="7" name="TextBox 6">
            <a:extLst>
              <a:ext uri="{FF2B5EF4-FFF2-40B4-BE49-F238E27FC236}">
                <a16:creationId xmlns:a16="http://schemas.microsoft.com/office/drawing/2014/main" id="{355F87AA-5C62-37C3-5A18-E0856C14A045}"/>
              </a:ext>
            </a:extLst>
          </p:cNvPr>
          <p:cNvSpPr txBox="1"/>
          <p:nvPr/>
        </p:nvSpPr>
        <p:spPr>
          <a:xfrm>
            <a:off x="5183067" y="6266180"/>
            <a:ext cx="2234952" cy="646331"/>
          </a:xfrm>
          <a:prstGeom prst="rect">
            <a:avLst/>
          </a:prstGeom>
          <a:noFill/>
        </p:spPr>
        <p:txBody>
          <a:bodyPr wrap="square" rtlCol="0">
            <a:spAutoFit/>
          </a:bodyPr>
          <a:lstStyle/>
          <a:p>
            <a:r>
              <a:rPr lang="en-SG" dirty="0"/>
              <a:t>Goals for LD90 AMR (Navigation)</a:t>
            </a:r>
          </a:p>
        </p:txBody>
      </p:sp>
      <p:cxnSp>
        <p:nvCxnSpPr>
          <p:cNvPr id="12" name="Straight Arrow Connector 11">
            <a:extLst>
              <a:ext uri="{FF2B5EF4-FFF2-40B4-BE49-F238E27FC236}">
                <a16:creationId xmlns:a16="http://schemas.microsoft.com/office/drawing/2014/main" id="{C7C588A4-3456-7D02-A4CA-D150F963F6CF}"/>
              </a:ext>
            </a:extLst>
          </p:cNvPr>
          <p:cNvCxnSpPr>
            <a:cxnSpLocks/>
          </p:cNvCxnSpPr>
          <p:nvPr/>
        </p:nvCxnSpPr>
        <p:spPr>
          <a:xfrm flipH="1" flipV="1">
            <a:off x="3890927" y="5016781"/>
            <a:ext cx="1412918" cy="1295119"/>
          </a:xfrm>
          <a:prstGeom prst="straightConnector1">
            <a:avLst/>
          </a:prstGeom>
          <a:ln w="381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BEFF0748-19CE-412E-6176-79EF1E114DE4}"/>
              </a:ext>
            </a:extLst>
          </p:cNvPr>
          <p:cNvCxnSpPr>
            <a:cxnSpLocks/>
          </p:cNvCxnSpPr>
          <p:nvPr/>
        </p:nvCxnSpPr>
        <p:spPr>
          <a:xfrm flipV="1">
            <a:off x="6615628" y="4964319"/>
            <a:ext cx="1513924" cy="1347581"/>
          </a:xfrm>
          <a:prstGeom prst="straightConnector1">
            <a:avLst/>
          </a:prstGeom>
          <a:ln w="381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E5878D51-961A-C14F-E6BC-40860835FDD5}"/>
              </a:ext>
            </a:extLst>
          </p:cNvPr>
          <p:cNvCxnSpPr>
            <a:cxnSpLocks/>
          </p:cNvCxnSpPr>
          <p:nvPr/>
        </p:nvCxnSpPr>
        <p:spPr>
          <a:xfrm flipH="1" flipV="1">
            <a:off x="6144387" y="3418320"/>
            <a:ext cx="443865" cy="2758643"/>
          </a:xfrm>
          <a:prstGeom prst="straightConnector1">
            <a:avLst/>
          </a:prstGeom>
          <a:ln w="381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C2BB899D-E816-4A9D-5C3D-114D6139E734}"/>
              </a:ext>
            </a:extLst>
          </p:cNvPr>
          <p:cNvSpPr txBox="1"/>
          <p:nvPr/>
        </p:nvSpPr>
        <p:spPr>
          <a:xfrm>
            <a:off x="7469829" y="681037"/>
            <a:ext cx="2689973" cy="646331"/>
          </a:xfrm>
          <a:prstGeom prst="rect">
            <a:avLst/>
          </a:prstGeom>
          <a:noFill/>
        </p:spPr>
        <p:txBody>
          <a:bodyPr wrap="square" rtlCol="0">
            <a:spAutoFit/>
          </a:bodyPr>
          <a:lstStyle/>
          <a:p>
            <a:r>
              <a:rPr lang="en-SG" dirty="0"/>
              <a:t>Goals for TM Robot Arm (Manipulation)</a:t>
            </a:r>
          </a:p>
        </p:txBody>
      </p:sp>
      <p:cxnSp>
        <p:nvCxnSpPr>
          <p:cNvPr id="74" name="Straight Arrow Connector 73">
            <a:extLst>
              <a:ext uri="{FF2B5EF4-FFF2-40B4-BE49-F238E27FC236}">
                <a16:creationId xmlns:a16="http://schemas.microsoft.com/office/drawing/2014/main" id="{E1E62AEC-6B2A-6B9A-1998-0E18386BFC68}"/>
              </a:ext>
            </a:extLst>
          </p:cNvPr>
          <p:cNvCxnSpPr>
            <a:cxnSpLocks/>
          </p:cNvCxnSpPr>
          <p:nvPr/>
        </p:nvCxnSpPr>
        <p:spPr>
          <a:xfrm>
            <a:off x="8642207" y="1416723"/>
            <a:ext cx="628666" cy="21374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274560A5-B768-8EB6-5673-35B174899178}"/>
              </a:ext>
            </a:extLst>
          </p:cNvPr>
          <p:cNvCxnSpPr>
            <a:cxnSpLocks/>
          </p:cNvCxnSpPr>
          <p:nvPr/>
        </p:nvCxnSpPr>
        <p:spPr>
          <a:xfrm flipH="1">
            <a:off x="6491478" y="1354127"/>
            <a:ext cx="1845564" cy="1099759"/>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7609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816C6-B682-290C-DC01-7A71A6403B1A}"/>
              </a:ext>
            </a:extLst>
          </p:cNvPr>
          <p:cNvSpPr>
            <a:spLocks noGrp="1"/>
          </p:cNvSpPr>
          <p:nvPr>
            <p:ph type="title"/>
          </p:nvPr>
        </p:nvSpPr>
        <p:spPr/>
        <p:txBody>
          <a:bodyPr/>
          <a:lstStyle/>
          <a:p>
            <a:endParaRPr lang="en-SG"/>
          </a:p>
        </p:txBody>
      </p:sp>
      <p:sp>
        <p:nvSpPr>
          <p:cNvPr id="3" name="Content Placeholder 2">
            <a:extLst>
              <a:ext uri="{FF2B5EF4-FFF2-40B4-BE49-F238E27FC236}">
                <a16:creationId xmlns:a16="http://schemas.microsoft.com/office/drawing/2014/main" id="{F6186121-26DB-102D-0203-97C90676BDB0}"/>
              </a:ext>
            </a:extLst>
          </p:cNvPr>
          <p:cNvSpPr>
            <a:spLocks noGrp="1"/>
          </p:cNvSpPr>
          <p:nvPr>
            <p:ph idx="1"/>
          </p:nvPr>
        </p:nvSpPr>
        <p:spPr/>
        <p:txBody>
          <a:bodyPr/>
          <a:lstStyle/>
          <a:p>
            <a:r>
              <a:rPr lang="en-SG" dirty="0" err="1"/>
              <a:t>Empty_Valid</a:t>
            </a:r>
            <a:r>
              <a:rPr lang="en-SG" dirty="0"/>
              <a:t> (EV)</a:t>
            </a:r>
          </a:p>
          <a:p>
            <a:r>
              <a:rPr lang="en-SG" dirty="0" err="1"/>
              <a:t>Pod_Done_Unlocked_Valid</a:t>
            </a:r>
            <a:r>
              <a:rPr lang="en-SG" dirty="0"/>
              <a:t> (PDUV)</a:t>
            </a:r>
          </a:p>
          <a:p>
            <a:r>
              <a:rPr lang="en-SG" dirty="0" err="1"/>
              <a:t>Pod_Done_Unlocked_Valid_E</a:t>
            </a:r>
            <a:r>
              <a:rPr lang="en-SG" dirty="0"/>
              <a:t> (PDUV_E)</a:t>
            </a:r>
          </a:p>
          <a:p>
            <a:r>
              <a:rPr lang="en-SG" dirty="0" err="1"/>
              <a:t>MoMa</a:t>
            </a:r>
            <a:r>
              <a:rPr lang="en-SG" dirty="0"/>
              <a:t> (Mobile Manipulator)</a:t>
            </a:r>
          </a:p>
        </p:txBody>
      </p:sp>
    </p:spTree>
    <p:extLst>
      <p:ext uri="{BB962C8B-B14F-4D97-AF65-F5344CB8AC3E}">
        <p14:creationId xmlns:p14="http://schemas.microsoft.com/office/powerpoint/2010/main" val="11073804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326</TotalTime>
  <Words>269</Words>
  <Application>Microsoft Office PowerPoint</Application>
  <PresentationFormat>Widescreen</PresentationFormat>
  <Paragraphs>86</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HCS01 Job Simulation</vt:lpstr>
      <vt:lpstr>DISCLAIMER</vt:lpstr>
      <vt:lpstr>Open REALVNC Viewer and connect to HMI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PDUV_E (EV + PDUV)</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Stafford Ho / OEP-SM</dc:creator>
  <cp:lastModifiedBy>Stafford Ho / OEP-SM</cp:lastModifiedBy>
  <cp:revision>1</cp:revision>
  <dcterms:created xsi:type="dcterms:W3CDTF">2025-12-01T01:10:42Z</dcterms:created>
  <dcterms:modified xsi:type="dcterms:W3CDTF">2025-12-04T06:14:48Z</dcterms:modified>
</cp:coreProperties>
</file>
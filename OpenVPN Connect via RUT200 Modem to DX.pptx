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C1CB87-88AB-4739-A3ED-1756751E52F3}" v="13" dt="2025-12-05T05:54:57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fford Ho / OEP-SM" userId="206c095a-39b3-4ae9-b03a-6fb00696af92" providerId="ADAL" clId="{D985DC76-DE1E-414F-823A-BB1969D47374}"/>
    <pc:docChg chg="undo custSel addSld modSld sldOrd">
      <pc:chgData name="Stafford Ho / OEP-SM" userId="206c095a-39b3-4ae9-b03a-6fb00696af92" providerId="ADAL" clId="{D985DC76-DE1E-414F-823A-BB1969D47374}" dt="2025-12-05T05:55:38.924" v="1125" actId="20577"/>
      <pc:docMkLst>
        <pc:docMk/>
      </pc:docMkLst>
      <pc:sldChg chg="ord">
        <pc:chgData name="Stafford Ho / OEP-SM" userId="206c095a-39b3-4ae9-b03a-6fb00696af92" providerId="ADAL" clId="{D985DC76-DE1E-414F-823A-BB1969D47374}" dt="2025-12-05T03:56:53.533" v="415"/>
        <pc:sldMkLst>
          <pc:docMk/>
          <pc:sldMk cId="1426570498" sldId="257"/>
        </pc:sldMkLst>
      </pc:sldChg>
      <pc:sldChg chg="addSp delSp modSp mod">
        <pc:chgData name="Stafford Ho / OEP-SM" userId="206c095a-39b3-4ae9-b03a-6fb00696af92" providerId="ADAL" clId="{D985DC76-DE1E-414F-823A-BB1969D47374}" dt="2025-12-05T05:47:30.984" v="865" actId="20577"/>
        <pc:sldMkLst>
          <pc:docMk/>
          <pc:sldMk cId="1324045428" sldId="258"/>
        </pc:sldMkLst>
        <pc:spChg chg="mod">
          <ac:chgData name="Stafford Ho / OEP-SM" userId="206c095a-39b3-4ae9-b03a-6fb00696af92" providerId="ADAL" clId="{D985DC76-DE1E-414F-823A-BB1969D47374}" dt="2025-12-05T05:47:30.984" v="865" actId="20577"/>
          <ac:spMkLst>
            <pc:docMk/>
            <pc:sldMk cId="1324045428" sldId="258"/>
            <ac:spMk id="3" creationId="{3C7DEC5B-01A8-DD15-3841-8E6630B9C897}"/>
          </ac:spMkLst>
        </pc:spChg>
        <pc:picChg chg="add del mod">
          <ac:chgData name="Stafford Ho / OEP-SM" userId="206c095a-39b3-4ae9-b03a-6fb00696af92" providerId="ADAL" clId="{D985DC76-DE1E-414F-823A-BB1969D47374}" dt="2025-12-05T03:50:24.978" v="4" actId="21"/>
          <ac:picMkLst>
            <pc:docMk/>
            <pc:sldMk cId="1324045428" sldId="258"/>
            <ac:picMk id="9" creationId="{A2BA992A-AABD-AB12-F282-37B269BAF4A8}"/>
          </ac:picMkLst>
        </pc:picChg>
      </pc:sldChg>
      <pc:sldChg chg="ord">
        <pc:chgData name="Stafford Ho / OEP-SM" userId="206c095a-39b3-4ae9-b03a-6fb00696af92" providerId="ADAL" clId="{D985DC76-DE1E-414F-823A-BB1969D47374}" dt="2025-12-05T03:53:16.194" v="306"/>
        <pc:sldMkLst>
          <pc:docMk/>
          <pc:sldMk cId="1486640177" sldId="259"/>
        </pc:sldMkLst>
      </pc:sldChg>
      <pc:sldChg chg="addSp modSp new mod">
        <pc:chgData name="Stafford Ho / OEP-SM" userId="206c095a-39b3-4ae9-b03a-6fb00696af92" providerId="ADAL" clId="{D985DC76-DE1E-414F-823A-BB1969D47374}" dt="2025-12-05T05:47:49.070" v="867" actId="20577"/>
        <pc:sldMkLst>
          <pc:docMk/>
          <pc:sldMk cId="3450306700" sldId="260"/>
        </pc:sldMkLst>
        <pc:spChg chg="mod">
          <ac:chgData name="Stafford Ho / OEP-SM" userId="206c095a-39b3-4ae9-b03a-6fb00696af92" providerId="ADAL" clId="{D985DC76-DE1E-414F-823A-BB1969D47374}" dt="2025-12-05T03:50:46.165" v="65" actId="20577"/>
          <ac:spMkLst>
            <pc:docMk/>
            <pc:sldMk cId="3450306700" sldId="260"/>
            <ac:spMk id="2" creationId="{0895D923-AAFF-3AA6-BB62-0E86307F722B}"/>
          </ac:spMkLst>
        </pc:spChg>
        <pc:spChg chg="mod">
          <ac:chgData name="Stafford Ho / OEP-SM" userId="206c095a-39b3-4ae9-b03a-6fb00696af92" providerId="ADAL" clId="{D985DC76-DE1E-414F-823A-BB1969D47374}" dt="2025-12-05T05:47:49.070" v="867" actId="20577"/>
          <ac:spMkLst>
            <pc:docMk/>
            <pc:sldMk cId="3450306700" sldId="260"/>
            <ac:spMk id="3" creationId="{34329187-5C34-EC8A-6D1D-6767C8A5B1F5}"/>
          </ac:spMkLst>
        </pc:spChg>
        <pc:picChg chg="add mod">
          <ac:chgData name="Stafford Ho / OEP-SM" userId="206c095a-39b3-4ae9-b03a-6fb00696af92" providerId="ADAL" clId="{D985DC76-DE1E-414F-823A-BB1969D47374}" dt="2025-12-05T03:52:28.921" v="297" actId="1076"/>
          <ac:picMkLst>
            <pc:docMk/>
            <pc:sldMk cId="3450306700" sldId="260"/>
            <ac:picMk id="9" creationId="{A2BA992A-AABD-AB12-F282-37B269BAF4A8}"/>
          </ac:picMkLst>
        </pc:picChg>
      </pc:sldChg>
      <pc:sldChg chg="addSp modSp new mod">
        <pc:chgData name="Stafford Ho / OEP-SM" userId="206c095a-39b3-4ae9-b03a-6fb00696af92" providerId="ADAL" clId="{D985DC76-DE1E-414F-823A-BB1969D47374}" dt="2025-12-05T03:56:29.190" v="411" actId="1582"/>
        <pc:sldMkLst>
          <pc:docMk/>
          <pc:sldMk cId="3176233298" sldId="261"/>
        </pc:sldMkLst>
        <pc:spChg chg="mod">
          <ac:chgData name="Stafford Ho / OEP-SM" userId="206c095a-39b3-4ae9-b03a-6fb00696af92" providerId="ADAL" clId="{D985DC76-DE1E-414F-823A-BB1969D47374}" dt="2025-12-05T03:53:43.207" v="328" actId="20577"/>
          <ac:spMkLst>
            <pc:docMk/>
            <pc:sldMk cId="3176233298" sldId="261"/>
            <ac:spMk id="2" creationId="{341BD446-7C08-DFC3-7A29-FAF0C2818024}"/>
          </ac:spMkLst>
        </pc:spChg>
        <pc:spChg chg="mod">
          <ac:chgData name="Stafford Ho / OEP-SM" userId="206c095a-39b3-4ae9-b03a-6fb00696af92" providerId="ADAL" clId="{D985DC76-DE1E-414F-823A-BB1969D47374}" dt="2025-12-05T03:56:06.763" v="408" actId="27636"/>
          <ac:spMkLst>
            <pc:docMk/>
            <pc:sldMk cId="3176233298" sldId="261"/>
            <ac:spMk id="3" creationId="{E148F965-DB71-C606-589C-CEBF313CD5FB}"/>
          </ac:spMkLst>
        </pc:spChg>
        <pc:spChg chg="add mod">
          <ac:chgData name="Stafford Ho / OEP-SM" userId="206c095a-39b3-4ae9-b03a-6fb00696af92" providerId="ADAL" clId="{D985DC76-DE1E-414F-823A-BB1969D47374}" dt="2025-12-05T03:55:18.523" v="393" actId="14100"/>
          <ac:spMkLst>
            <pc:docMk/>
            <pc:sldMk cId="3176233298" sldId="261"/>
            <ac:spMk id="6" creationId="{CA5396D0-7331-0D33-E3FC-859A321165D2}"/>
          </ac:spMkLst>
        </pc:spChg>
        <pc:picChg chg="add mod">
          <ac:chgData name="Stafford Ho / OEP-SM" userId="206c095a-39b3-4ae9-b03a-6fb00696af92" providerId="ADAL" clId="{D985DC76-DE1E-414F-823A-BB1969D47374}" dt="2025-12-05T03:53:20.779" v="307" actId="14100"/>
          <ac:picMkLst>
            <pc:docMk/>
            <pc:sldMk cId="3176233298" sldId="261"/>
            <ac:picMk id="5" creationId="{DBF50D95-A620-760D-B09F-E351FBEB47CB}"/>
          </ac:picMkLst>
        </pc:picChg>
        <pc:cxnChg chg="add mod">
          <ac:chgData name="Stafford Ho / OEP-SM" userId="206c095a-39b3-4ae9-b03a-6fb00696af92" providerId="ADAL" clId="{D985DC76-DE1E-414F-823A-BB1969D47374}" dt="2025-12-05T03:56:29.190" v="411" actId="1582"/>
          <ac:cxnSpMkLst>
            <pc:docMk/>
            <pc:sldMk cId="3176233298" sldId="261"/>
            <ac:cxnSpMk id="8" creationId="{1A674BD7-0007-4210-8675-B30E01C13983}"/>
          </ac:cxnSpMkLst>
        </pc:cxnChg>
      </pc:sldChg>
      <pc:sldChg chg="modSp new mod">
        <pc:chgData name="Stafford Ho / OEP-SM" userId="206c095a-39b3-4ae9-b03a-6fb00696af92" providerId="ADAL" clId="{D985DC76-DE1E-414F-823A-BB1969D47374}" dt="2025-12-05T05:42:49.590" v="833" actId="20577"/>
        <pc:sldMkLst>
          <pc:docMk/>
          <pc:sldMk cId="1653088369" sldId="262"/>
        </pc:sldMkLst>
        <pc:spChg chg="mod">
          <ac:chgData name="Stafford Ho / OEP-SM" userId="206c095a-39b3-4ae9-b03a-6fb00696af92" providerId="ADAL" clId="{D985DC76-DE1E-414F-823A-BB1969D47374}" dt="2025-12-05T05:38:48.637" v="477" actId="20577"/>
          <ac:spMkLst>
            <pc:docMk/>
            <pc:sldMk cId="1653088369" sldId="262"/>
            <ac:spMk id="2" creationId="{440C0DDE-1266-6D61-AF38-8E8F384F8472}"/>
          </ac:spMkLst>
        </pc:spChg>
        <pc:spChg chg="mod">
          <ac:chgData name="Stafford Ho / OEP-SM" userId="206c095a-39b3-4ae9-b03a-6fb00696af92" providerId="ADAL" clId="{D985DC76-DE1E-414F-823A-BB1969D47374}" dt="2025-12-05T05:42:49.590" v="833" actId="20577"/>
          <ac:spMkLst>
            <pc:docMk/>
            <pc:sldMk cId="1653088369" sldId="262"/>
            <ac:spMk id="3" creationId="{9A113D75-6DAE-65D7-6827-9073649D3F56}"/>
          </ac:spMkLst>
        </pc:spChg>
      </pc:sldChg>
      <pc:sldChg chg="addSp delSp modSp new mod">
        <pc:chgData name="Stafford Ho / OEP-SM" userId="206c095a-39b3-4ae9-b03a-6fb00696af92" providerId="ADAL" clId="{D985DC76-DE1E-414F-823A-BB1969D47374}" dt="2025-12-05T05:55:38.924" v="1125" actId="20577"/>
        <pc:sldMkLst>
          <pc:docMk/>
          <pc:sldMk cId="3664483277" sldId="263"/>
        </pc:sldMkLst>
        <pc:spChg chg="mod">
          <ac:chgData name="Stafford Ho / OEP-SM" userId="206c095a-39b3-4ae9-b03a-6fb00696af92" providerId="ADAL" clId="{D985DC76-DE1E-414F-823A-BB1969D47374}" dt="2025-12-05T05:50:16.659" v="892" actId="20577"/>
          <ac:spMkLst>
            <pc:docMk/>
            <pc:sldMk cId="3664483277" sldId="263"/>
            <ac:spMk id="2" creationId="{BD8886E3-43C6-4F73-E8BD-BDDBBEFB3430}"/>
          </ac:spMkLst>
        </pc:spChg>
        <pc:spChg chg="del mod">
          <ac:chgData name="Stafford Ho / OEP-SM" userId="206c095a-39b3-4ae9-b03a-6fb00696af92" providerId="ADAL" clId="{D985DC76-DE1E-414F-823A-BB1969D47374}" dt="2025-12-05T05:51:04.558" v="901" actId="478"/>
          <ac:spMkLst>
            <pc:docMk/>
            <pc:sldMk cId="3664483277" sldId="263"/>
            <ac:spMk id="3" creationId="{871606EF-E1D9-FD10-439D-B8E68B7B8B7E}"/>
          </ac:spMkLst>
        </pc:spChg>
        <pc:spChg chg="add mod">
          <ac:chgData name="Stafford Ho / OEP-SM" userId="206c095a-39b3-4ae9-b03a-6fb00696af92" providerId="ADAL" clId="{D985DC76-DE1E-414F-823A-BB1969D47374}" dt="2025-12-05T05:52:10.706" v="916" actId="1035"/>
          <ac:spMkLst>
            <pc:docMk/>
            <pc:sldMk cId="3664483277" sldId="263"/>
            <ac:spMk id="6" creationId="{1DBBAFB8-4948-75CA-05A7-D379B376E5BB}"/>
          </ac:spMkLst>
        </pc:spChg>
        <pc:spChg chg="add mod">
          <ac:chgData name="Stafford Ho / OEP-SM" userId="206c095a-39b3-4ae9-b03a-6fb00696af92" providerId="ADAL" clId="{D985DC76-DE1E-414F-823A-BB1969D47374}" dt="2025-12-05T05:53:06.659" v="995" actId="1076"/>
          <ac:spMkLst>
            <pc:docMk/>
            <pc:sldMk cId="3664483277" sldId="263"/>
            <ac:spMk id="9" creationId="{E0F46CFF-3A90-B068-A1B6-6B01045AE8AF}"/>
          </ac:spMkLst>
        </pc:spChg>
        <pc:spChg chg="add mod">
          <ac:chgData name="Stafford Ho / OEP-SM" userId="206c095a-39b3-4ae9-b03a-6fb00696af92" providerId="ADAL" clId="{D985DC76-DE1E-414F-823A-BB1969D47374}" dt="2025-12-05T05:53:25.591" v="1001" actId="14100"/>
          <ac:spMkLst>
            <pc:docMk/>
            <pc:sldMk cId="3664483277" sldId="263"/>
            <ac:spMk id="10" creationId="{082F0B4D-8842-39A3-F129-D20D68D449DE}"/>
          </ac:spMkLst>
        </pc:spChg>
        <pc:spChg chg="add mod">
          <ac:chgData name="Stafford Ho / OEP-SM" userId="206c095a-39b3-4ae9-b03a-6fb00696af92" providerId="ADAL" clId="{D985DC76-DE1E-414F-823A-BB1969D47374}" dt="2025-12-05T05:54:01.912" v="1026" actId="1076"/>
          <ac:spMkLst>
            <pc:docMk/>
            <pc:sldMk cId="3664483277" sldId="263"/>
            <ac:spMk id="11" creationId="{440F1C09-56CC-D1CE-441A-2CAA87372CB4}"/>
          </ac:spMkLst>
        </pc:spChg>
        <pc:spChg chg="add mod">
          <ac:chgData name="Stafford Ho / OEP-SM" userId="206c095a-39b3-4ae9-b03a-6fb00696af92" providerId="ADAL" clId="{D985DC76-DE1E-414F-823A-BB1969D47374}" dt="2025-12-05T05:54:28.969" v="1032" actId="14100"/>
          <ac:spMkLst>
            <pc:docMk/>
            <pc:sldMk cId="3664483277" sldId="263"/>
            <ac:spMk id="12" creationId="{908037D9-784C-9DCE-FD72-0EEBDE6B8B60}"/>
          </ac:spMkLst>
        </pc:spChg>
        <pc:spChg chg="add mod">
          <ac:chgData name="Stafford Ho / OEP-SM" userId="206c095a-39b3-4ae9-b03a-6fb00696af92" providerId="ADAL" clId="{D985DC76-DE1E-414F-823A-BB1969D47374}" dt="2025-12-05T05:54:47.036" v="1058" actId="20577"/>
          <ac:spMkLst>
            <pc:docMk/>
            <pc:sldMk cId="3664483277" sldId="263"/>
            <ac:spMk id="13" creationId="{FB0759E0-33A2-FF98-4F03-E718724AAE30}"/>
          </ac:spMkLst>
        </pc:spChg>
        <pc:spChg chg="add mod">
          <ac:chgData name="Stafford Ho / OEP-SM" userId="206c095a-39b3-4ae9-b03a-6fb00696af92" providerId="ADAL" clId="{D985DC76-DE1E-414F-823A-BB1969D47374}" dt="2025-12-05T05:55:38.924" v="1125" actId="20577"/>
          <ac:spMkLst>
            <pc:docMk/>
            <pc:sldMk cId="3664483277" sldId="263"/>
            <ac:spMk id="14" creationId="{DAAB6164-DE05-262E-BCAF-31C46F5DF0A9}"/>
          </ac:spMkLst>
        </pc:spChg>
        <pc:picChg chg="add del mod">
          <ac:chgData name="Stafford Ho / OEP-SM" userId="206c095a-39b3-4ae9-b03a-6fb00696af92" providerId="ADAL" clId="{D985DC76-DE1E-414F-823A-BB1969D47374}" dt="2025-12-05T05:51:43.336" v="907" actId="478"/>
          <ac:picMkLst>
            <pc:docMk/>
            <pc:sldMk cId="3664483277" sldId="263"/>
            <ac:picMk id="5" creationId="{0E3086A5-832E-57C6-8D87-6E1B17CD87E7}"/>
          </ac:picMkLst>
        </pc:picChg>
        <pc:picChg chg="add mod ord">
          <ac:chgData name="Stafford Ho / OEP-SM" userId="206c095a-39b3-4ae9-b03a-6fb00696af92" providerId="ADAL" clId="{D985DC76-DE1E-414F-823A-BB1969D47374}" dt="2025-12-05T05:54:20.992" v="1029" actId="1076"/>
          <ac:picMkLst>
            <pc:docMk/>
            <pc:sldMk cId="3664483277" sldId="263"/>
            <ac:picMk id="8" creationId="{01BECCC4-82A3-33BB-374C-5FA580EC856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4C9CD-BB5E-2695-EE7A-4A1D692F8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FDD35-15B0-B0AF-9EDB-4300A1CC0E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F6F6F-AB30-0A20-6012-924D91A97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6205-68BF-4039-B56E-A59E6E98B78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F51B1-7F5E-27FB-70BD-7EBAC8D3A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07474-1112-FC91-1B7E-64E250176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F373-5877-42E3-8F19-9D77D4CF972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8491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900C2-0B79-5197-4C6C-452F115B9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C93FA-E7E4-02F0-2548-50DE0B0D2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6934E-5451-458C-0527-3B123A337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6205-68BF-4039-B56E-A59E6E98B78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6408F-2DE0-6570-30EF-2275E6830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5AFFB-F9C4-6660-3BDB-226DA518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F373-5877-42E3-8F19-9D77D4CF972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2589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138AF-480F-8F3F-A624-793BC616E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FA0AC-2F36-CE9F-0D44-5D35445E4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D4B83-FF02-BB85-9953-452710C6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6205-68BF-4039-B56E-A59E6E98B78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87696-1BB0-601B-3893-FEC1BAAAC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58F69-271B-104B-76BA-3A7089B7A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F373-5877-42E3-8F19-9D77D4CF972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09398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00E8E-67E2-A992-CE79-2E415B31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CF82A-7C23-07AE-E0BA-79EF65FBE3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A445B-D2E5-7EAF-63DC-1AE02DF9F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0F14F-BE4B-1DA3-D5D7-6B35D7D22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6205-68BF-4039-B56E-A59E6E98B78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B3CEA-E33F-D468-8FB2-84135497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B769A-70CF-8C72-AD08-9A667EC84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F373-5877-42E3-8F19-9D77D4CF972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6290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1FB0D-3152-531F-B347-B844EF510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9F143-539C-4D28-8FE1-49F56E42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81C146-52CF-CD80-9C46-3308BA72A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D0E1E1-E056-893A-D6D7-E531DB319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978A28-9470-D79D-CCA5-D1CCF355F6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E81851-029B-3C24-8656-91C6EF7B5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6205-68BF-4039-B56E-A59E6E98B78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5D7535-1A48-84EA-3224-AF1382C10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8AA24F-E92A-E99D-1DA3-36BCD817A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F373-5877-42E3-8F19-9D77D4CF972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02571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470B8-ECD3-83E9-863E-28A33D96E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6FD9EA-6BC0-BD14-0BB4-0B2A6C603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6205-68BF-4039-B56E-A59E6E98B78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81D365-FCB6-1EB4-37B7-4A784EF9C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5CF68E-9968-8B4F-6844-15458EFE3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F373-5877-42E3-8F19-9D77D4CF972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82481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2468A7-F766-9640-D662-D57BC566A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6205-68BF-4039-B56E-A59E6E98B78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FEED69-8436-8C3D-AFA8-7C32C6DDA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A885E-5593-864E-1CD3-46E823C8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F373-5877-42E3-8F19-9D77D4CF972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55221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DA9B8-D43F-5D6B-FD45-C506E0490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C7E63-C19F-D269-6C00-C897BE7D6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52F55-8DDD-1C23-D316-27E11DE1A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CC800-1153-ABAD-A9F2-50288F82E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6205-68BF-4039-B56E-A59E6E98B78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6847F-6FF6-3EFD-7058-2BF55444E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60911-735F-9F03-DA60-9365CF0C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F373-5877-42E3-8F19-9D77D4CF972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0063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5669-6ECC-F706-DFD0-393F42563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69F90A-C242-B042-63B2-ACE88B3173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CAEDC-ADD5-61E6-A651-82B9AE23E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2F045-157B-54AF-D12F-57F917A88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6205-68BF-4039-B56E-A59E6E98B78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8C2F2-51D7-2F46-4ED9-B2F1E642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2D8E0-9134-7F3D-C077-4B20D970B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F373-5877-42E3-8F19-9D77D4CF972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8380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92A47-B44F-B3A2-F7DB-5E01E78F3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1916C8-E0DD-8483-51D5-DC8C065B2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B820F-5AFA-CA14-BF1B-C44EB732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6205-68BF-4039-B56E-A59E6E98B78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0D89B-5BCA-61F0-5079-5887CD2F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AF5D4-70E1-B1C1-4743-E5E1D849D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F373-5877-42E3-8F19-9D77D4CF972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63507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90559C-93AA-B45E-AD2E-0EA2410307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C7F357-4867-D6F7-C446-7BFE7EA5F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B146E-FE46-28E2-70BD-A2D81D675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6205-68BF-4039-B56E-A59E6E98B78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6EB21-259E-9E86-D803-26AA1B2BA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DD73E-3D39-B336-A183-4625B1A43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3F373-5877-42E3-8F19-9D77D4CF972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13204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13D1E2-E7D2-96DD-C37E-2E75DCCD8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A7396-D481-5A4B-84A7-2BF0374CF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01154-CF27-4566-05CE-C8C73436D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746205-68BF-4039-B56E-A59E6E98B78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166DC-636A-8A4D-07CA-37DDDC0F7D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A5BCF-9E5D-9C83-F30D-8B25D473C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B3F373-5877-42E3-8F19-9D77D4CF972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6038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mronvpn.openvpn.com/status?_sm_vck=VPK5T0THrtSnPV4DbDk6RnzNqNkNFWPKFjD5VpPszVLT0DDpqrrM" TargetMode="External"/><Relationship Id="rId2" Type="http://schemas.openxmlformats.org/officeDocument/2006/relationships/hyperlink" Target="mailto:samuel-wen.lee@omron.co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root@192.168.250.xxx(PLC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01EF5-FC9B-4AD3-F51B-B503ADC043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/>
              <a:t>OpenVPN Connect via RUT200 Modem to DX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A4361-9610-B99C-51F5-FDE487CC11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/>
              <a:t>Stafford Ho</a:t>
            </a:r>
          </a:p>
        </p:txBody>
      </p:sp>
    </p:spTree>
    <p:extLst>
      <p:ext uri="{BB962C8B-B14F-4D97-AF65-F5344CB8AC3E}">
        <p14:creationId xmlns:p14="http://schemas.microsoft.com/office/powerpoint/2010/main" val="227579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A855-7FF6-294E-4BC8-B0311AE2A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RUT200 Modem Login 192.168.250.1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D4483-9CED-E209-0F16-4E816CE40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/>
              <a:t>Username: admin</a:t>
            </a:r>
          </a:p>
          <a:p>
            <a:r>
              <a:rPr lang="en-SG"/>
              <a:t>Password: Omron1234@</a:t>
            </a:r>
          </a:p>
          <a:p>
            <a:endParaRPr lang="en-SG"/>
          </a:p>
          <a:p>
            <a:r>
              <a:rPr lang="en-SG"/>
              <a:t>WIFI SSID: RUT200_54B4</a:t>
            </a:r>
          </a:p>
          <a:p>
            <a:r>
              <a:rPr lang="en-SG"/>
              <a:t>WIFI Password: Ub3e7B0F</a:t>
            </a:r>
          </a:p>
          <a:p>
            <a:endParaRPr lang="en-SG"/>
          </a:p>
          <a:p>
            <a:r>
              <a:rPr lang="en-SG"/>
              <a:t>These can be found on the physical modem</a:t>
            </a:r>
          </a:p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86640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B7A25-8F59-12FD-75A7-3D8FDA521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Open Device Profile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DEC5B-01A8-DD15-3841-8E6630B9C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/>
              <a:t>Login to </a:t>
            </a:r>
            <a:r>
              <a:rPr lang="en-SG" err="1"/>
              <a:t>CloudConexxa</a:t>
            </a:r>
            <a:r>
              <a:rPr lang="en-SG"/>
              <a:t>/ OpenVPN Connect with </a:t>
            </a:r>
          </a:p>
          <a:p>
            <a:pPr lvl="1"/>
            <a:r>
              <a:rPr lang="en-SG"/>
              <a:t>Username: </a:t>
            </a:r>
            <a:r>
              <a:rPr lang="en-SG">
                <a:hlinkClick r:id="rId2" tooltip="mailto:stafford.ho@omron.com"/>
              </a:rPr>
              <a:t>samuel-wen.lee@omron.com</a:t>
            </a:r>
            <a:endParaRPr lang="en-SG"/>
          </a:p>
          <a:p>
            <a:pPr lvl="1"/>
            <a:r>
              <a:rPr lang="en-SG"/>
              <a:t>Password: Omron1234@</a:t>
            </a:r>
          </a:p>
          <a:p>
            <a:pPr lvl="1"/>
            <a:endParaRPr lang="en-SG"/>
          </a:p>
          <a:p>
            <a:r>
              <a:rPr lang="en-SG"/>
              <a:t>Create a new account and add into </a:t>
            </a:r>
            <a:r>
              <a:rPr lang="en-SG" err="1"/>
              <a:t>CloudConnexa</a:t>
            </a:r>
            <a:endParaRPr lang="en-SG"/>
          </a:p>
          <a:p>
            <a:pPr lvl="1"/>
            <a:r>
              <a:rPr lang="en-SG" err="1">
                <a:hlinkClick r:id="rId3"/>
              </a:rPr>
              <a:t>CloudConnexa</a:t>
            </a:r>
            <a:endParaRPr lang="en-SG"/>
          </a:p>
          <a:p>
            <a:pPr lvl="1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2404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5D923-AAFF-3AA6-BB62-0E86307F7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After Creating a new account, Add User under your account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29187-5C34-EC8A-6D1D-6767C8A5B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" y="1825625"/>
            <a:ext cx="3622330" cy="4351338"/>
          </a:xfrm>
        </p:spPr>
        <p:txBody>
          <a:bodyPr>
            <a:normAutofit/>
          </a:bodyPr>
          <a:lstStyle/>
          <a:p>
            <a:r>
              <a:rPr lang="en-SG"/>
              <a:t>Delete other users that are not in use as there is a limitation on the number of users that can be registered.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BA992A-AABD-AB12-F282-37B269BAF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054" y="1749333"/>
            <a:ext cx="8374946" cy="442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306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BD446-7C08-DFC3-7A29-FAF0C2818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After adding a new User, Add Device under your 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8F965-DB71-C606-589C-CEBF313CD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2624327" cy="4351338"/>
          </a:xfrm>
        </p:spPr>
        <p:txBody>
          <a:bodyPr>
            <a:normAutofit fontScale="92500" lnSpcReduction="10000"/>
          </a:bodyPr>
          <a:lstStyle/>
          <a:p>
            <a:r>
              <a:rPr lang="en-SG"/>
              <a:t>Delete other Devices that are not in use as there is a limitation on the number of devices that can be registered.</a:t>
            </a:r>
          </a:p>
          <a:p>
            <a:r>
              <a:rPr lang="en-SG"/>
              <a:t>When created, download profile and follow slide 2</a:t>
            </a:r>
          </a:p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F50D95-A620-760D-B09F-E351FBEB4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7" y="1588181"/>
            <a:ext cx="9561635" cy="50699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A5396D0-7331-0D33-E3FC-859A321165D2}"/>
              </a:ext>
            </a:extLst>
          </p:cNvPr>
          <p:cNvSpPr/>
          <p:nvPr/>
        </p:nvSpPr>
        <p:spPr>
          <a:xfrm>
            <a:off x="10835639" y="3364992"/>
            <a:ext cx="329185" cy="32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674BD7-0007-4210-8675-B30E01C13983}"/>
              </a:ext>
            </a:extLst>
          </p:cNvPr>
          <p:cNvCxnSpPr/>
          <p:nvPr/>
        </p:nvCxnSpPr>
        <p:spPr>
          <a:xfrm flipV="1">
            <a:off x="1920240" y="3611880"/>
            <a:ext cx="8778240" cy="17465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233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0DDE-1266-6D61-AF38-8E8F384F8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Configuring PLC Default Gateway via Ethernet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13D75-6DAE-65D7-6827-9073649D3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SG"/>
              <a:t>Connect PC to PLC via ethernet Port 1 (as Port 2 is 192.168.251.xxx)</a:t>
            </a:r>
          </a:p>
          <a:p>
            <a:pPr marL="514350" indent="-514350">
              <a:buFont typeface="+mj-lt"/>
              <a:buAutoNum type="arabicPeriod"/>
            </a:pPr>
            <a:r>
              <a:rPr lang="en-SG"/>
              <a:t>Set PC ethernet as 192.168.250.xxx (Don’t set the same as the PLC/ Modem as they will clash)</a:t>
            </a:r>
          </a:p>
          <a:p>
            <a:pPr marL="514350" indent="-514350">
              <a:buFont typeface="+mj-lt"/>
              <a:buAutoNum type="arabicPeriod"/>
            </a:pPr>
            <a:r>
              <a:rPr lang="en-SG"/>
              <a:t>Ping IP from PC to confirm that connection is established</a:t>
            </a:r>
          </a:p>
          <a:p>
            <a:pPr marL="514350" indent="-514350">
              <a:buFont typeface="+mj-lt"/>
              <a:buAutoNum type="arabicPeriod"/>
            </a:pPr>
            <a:r>
              <a:rPr lang="en-SG"/>
              <a:t>SSH into </a:t>
            </a:r>
            <a:r>
              <a:rPr lang="en-SG">
                <a:hlinkClick r:id="rId2"/>
              </a:rPr>
              <a:t>root@192.168.250.xxx (PLC</a:t>
            </a:r>
            <a:r>
              <a:rPr lang="en-SG"/>
              <a:t> IP Address)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SG" err="1"/>
              <a:t>ip</a:t>
            </a:r>
            <a:r>
              <a:rPr lang="en-SG"/>
              <a:t> route del default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SG" err="1"/>
              <a:t>ip</a:t>
            </a:r>
            <a:r>
              <a:rPr lang="en-SG"/>
              <a:t> route add default via 192.168.250.1 dev eth0</a:t>
            </a:r>
          </a:p>
        </p:txBody>
      </p:sp>
    </p:spTree>
    <p:extLst>
      <p:ext uri="{BB962C8B-B14F-4D97-AF65-F5344CB8AC3E}">
        <p14:creationId xmlns:p14="http://schemas.microsoft.com/office/powerpoint/2010/main" val="1653088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BECCC4-82A3-33BB-374C-5FA580EC8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96275"/>
            <a:ext cx="10206921" cy="53892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8886E3-43C6-4F73-E8BD-BDDBBEFB3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Changing Email Ownership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BBAFB8-4948-75CA-05A7-D379B376E5BB}"/>
              </a:ext>
            </a:extLst>
          </p:cNvPr>
          <p:cNvSpPr/>
          <p:nvPr/>
        </p:nvSpPr>
        <p:spPr>
          <a:xfrm>
            <a:off x="2340863" y="6254496"/>
            <a:ext cx="278675" cy="283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F46CFF-3A90-B068-A1B6-6B01045AE8AF}"/>
              </a:ext>
            </a:extLst>
          </p:cNvPr>
          <p:cNvSpPr txBox="1"/>
          <p:nvPr/>
        </p:nvSpPr>
        <p:spPr>
          <a:xfrm>
            <a:off x="2588860" y="6492875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>
                <a:solidFill>
                  <a:srgbClr val="FF0000"/>
                </a:solidFill>
              </a:rPr>
              <a:t>1. Click to open settings branch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2F0B4D-8842-39A3-F129-D20D68D449DE}"/>
              </a:ext>
            </a:extLst>
          </p:cNvPr>
          <p:cNvSpPr/>
          <p:nvPr/>
        </p:nvSpPr>
        <p:spPr>
          <a:xfrm>
            <a:off x="1010458" y="5147404"/>
            <a:ext cx="626318" cy="2292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0F1C09-56CC-D1CE-441A-2CAA87372CB4}"/>
              </a:ext>
            </a:extLst>
          </p:cNvPr>
          <p:cNvSpPr txBox="1"/>
          <p:nvPr/>
        </p:nvSpPr>
        <p:spPr>
          <a:xfrm>
            <a:off x="1636776" y="5077372"/>
            <a:ext cx="3611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>
                <a:solidFill>
                  <a:srgbClr val="FF0000"/>
                </a:solidFill>
              </a:rPr>
              <a:t>2. Click to open My Account page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8037D9-784C-9DCE-FD72-0EEBDE6B8B60}"/>
              </a:ext>
            </a:extLst>
          </p:cNvPr>
          <p:cNvSpPr/>
          <p:nvPr/>
        </p:nvSpPr>
        <p:spPr>
          <a:xfrm>
            <a:off x="2770632" y="1780628"/>
            <a:ext cx="5971032" cy="25902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0759E0-33A2-FF98-4F03-E718724AAE30}"/>
              </a:ext>
            </a:extLst>
          </p:cNvPr>
          <p:cNvSpPr txBox="1"/>
          <p:nvPr/>
        </p:nvSpPr>
        <p:spPr>
          <a:xfrm>
            <a:off x="6461760" y="2056804"/>
            <a:ext cx="3611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>
                <a:solidFill>
                  <a:srgbClr val="FF0000"/>
                </a:solidFill>
              </a:rPr>
              <a:t>3. Change Email Ownership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AB6164-DE05-262E-BCAF-31C46F5DF0A9}"/>
              </a:ext>
            </a:extLst>
          </p:cNvPr>
          <p:cNvSpPr txBox="1"/>
          <p:nvPr/>
        </p:nvSpPr>
        <p:spPr>
          <a:xfrm>
            <a:off x="8868156" y="2663349"/>
            <a:ext cx="3611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>
                <a:solidFill>
                  <a:srgbClr val="FF0000"/>
                </a:solidFill>
              </a:rPr>
              <a:t>4. Enter and await confirmation of email change</a:t>
            </a:r>
          </a:p>
        </p:txBody>
      </p:sp>
    </p:spTree>
    <p:extLst>
      <p:ext uri="{BB962C8B-B14F-4D97-AF65-F5344CB8AC3E}">
        <p14:creationId xmlns:p14="http://schemas.microsoft.com/office/powerpoint/2010/main" val="3664483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F382C-EBFE-016B-985A-19A261E3E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Take Note: Only one user may be logged in at a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8A7AF-8F1C-68D1-9C0C-D12C9816C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02829" cy="4351338"/>
          </a:xfrm>
        </p:spPr>
        <p:txBody>
          <a:bodyPr/>
          <a:lstStyle/>
          <a:p>
            <a:r>
              <a:rPr lang="en-SG"/>
              <a:t>If you see “Error message: concurrency disconnect”, it means someone else has logged in via the same user profile.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BFC759-EAA4-05F7-61EA-DEF2BD8AC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906" y="2214846"/>
            <a:ext cx="5065122" cy="450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570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OpenVPN Connect via RUT200 Modem to DX</vt:lpstr>
      <vt:lpstr>RUT200 Modem Login 192.168.250.1</vt:lpstr>
      <vt:lpstr>Open Device Profile </vt:lpstr>
      <vt:lpstr>After Creating a new account, Add User under your account</vt:lpstr>
      <vt:lpstr>After adding a new User, Add Device under your User</vt:lpstr>
      <vt:lpstr>Configuring PLC Default Gateway via Ethernet</vt:lpstr>
      <vt:lpstr>Changing Email Ownership</vt:lpstr>
      <vt:lpstr>Take Note: Only one user may be logged in at a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Stafford Ho / OEP-SM</dc:creator>
  <cp:lastModifiedBy>Stafford Ho / OEP-SM</cp:lastModifiedBy>
  <cp:revision>1</cp:revision>
  <dcterms:created xsi:type="dcterms:W3CDTF">2025-12-05T03:41:17Z</dcterms:created>
  <dcterms:modified xsi:type="dcterms:W3CDTF">2025-12-05T05:58:25Z</dcterms:modified>
</cp:coreProperties>
</file>